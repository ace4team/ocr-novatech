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9"/>
  </p:notesMasterIdLst>
  <p:handoutMasterIdLst>
    <p:handoutMasterId r:id="rId10"/>
  </p:handoutMasterIdLst>
  <p:sldIdLst>
    <p:sldId id="256" r:id="rId2"/>
    <p:sldId id="262" r:id="rId3"/>
    <p:sldId id="263" r:id="rId4"/>
    <p:sldId id="261" r:id="rId5"/>
    <p:sldId id="258" r:id="rId6"/>
    <p:sldId id="259" r:id="rId7"/>
    <p:sldId id="260" r:id="rId8"/>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48" autoAdjust="0"/>
  </p:normalViewPr>
  <p:slideViewPr>
    <p:cSldViewPr snapToGrid="0">
      <p:cViewPr varScale="1">
        <p:scale>
          <a:sx n="67" d="100"/>
          <a:sy n="67" d="100"/>
        </p:scale>
        <p:origin x="96" y="335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colors1.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pt>
    <dgm:pt modelId="{701D68F5-42F8-47BC-8FED-84C50F595DF0}">
      <dgm:prSet phldrT="[Text]"/>
      <dgm:spPr/>
      <dgm:t>
        <a:bodyPr rtlCol="0"/>
        <a:lstStyle/>
        <a:p>
          <a:pPr rtl="0"/>
          <a:r>
            <a:rPr lang="fr-FR" noProof="0" dirty="0"/>
            <a:t>Réseau</a:t>
          </a:r>
        </a:p>
      </dgm:t>
    </dgm:pt>
    <dgm:pt modelId="{9617668C-C38C-4017-8DDF-37855B15D110}" type="parTrans" cxnId="{C4BA385D-31ED-40EF-A5D6-98DFBA64E71A}">
      <dgm:prSet/>
      <dgm:spPr/>
      <dgm:t>
        <a:bodyPr rtlCol="0"/>
        <a:lstStyle/>
        <a:p>
          <a:pPr rtl="0"/>
          <a:endParaRPr lang="fr-FR" noProof="0" dirty="0"/>
        </a:p>
      </dgm:t>
    </dgm:pt>
    <dgm:pt modelId="{0C95B389-AC0C-4055-9AA3-38815EFC8B0A}" type="sibTrans" cxnId="{C4BA385D-31ED-40EF-A5D6-98DFBA64E71A}">
      <dgm:prSet/>
      <dgm:spPr/>
      <dgm:t>
        <a:bodyPr rtlCol="0"/>
        <a:lstStyle/>
        <a:p>
          <a:pPr rtl="0"/>
          <a:endParaRPr lang="fr-FR" noProof="0" dirty="0"/>
        </a:p>
      </dgm:t>
    </dgm:pt>
    <dgm:pt modelId="{91A66877-AC1C-46D9-BF2C-6024B638DEA9}">
      <dgm:prSet phldrT="[Text]"/>
      <dgm:spPr/>
      <dgm:t>
        <a:bodyPr rtlCol="0"/>
        <a:lstStyle/>
        <a:p>
          <a:pPr rtl="0"/>
          <a:r>
            <a:rPr lang="fr-FR" noProof="0" dirty="0"/>
            <a:t>Satellite</a:t>
          </a:r>
        </a:p>
      </dgm:t>
    </dgm:pt>
    <dgm:pt modelId="{913FED05-DF41-48A7-B1F8-81937A468EF9}" type="parTrans" cxnId="{7F0DAB6F-9257-4F2D-B31A-3418F73F6952}">
      <dgm:prSet/>
      <dgm:spPr/>
      <dgm:t>
        <a:bodyPr rtlCol="0"/>
        <a:lstStyle/>
        <a:p>
          <a:pPr rtl="0"/>
          <a:endParaRPr lang="fr-FR" noProof="0" dirty="0"/>
        </a:p>
      </dgm:t>
    </dgm:pt>
    <dgm:pt modelId="{BFCE4A28-C381-46FF-935A-B11534EF7D87}" type="sibTrans" cxnId="{7F0DAB6F-9257-4F2D-B31A-3418F73F6952}">
      <dgm:prSet/>
      <dgm:spPr/>
      <dgm:t>
        <a:bodyPr rtlCol="0"/>
        <a:lstStyle/>
        <a:p>
          <a:pPr rtl="0"/>
          <a:endParaRPr lang="fr-FR" noProof="0" dirty="0"/>
        </a:p>
      </dgm:t>
    </dgm:pt>
    <dgm:pt modelId="{76CC3289-2662-43F0-A3C6-BA04A135F08C}">
      <dgm:prSet phldrT="[Text]"/>
      <dgm:spPr/>
      <dgm:t>
        <a:bodyPr rtlCol="0"/>
        <a:lstStyle/>
        <a:p>
          <a:pPr rtl="0"/>
          <a:r>
            <a:rPr lang="fr-FR" noProof="0" dirty="0"/>
            <a:t>Liaison</a:t>
          </a:r>
        </a:p>
      </dgm:t>
    </dgm:pt>
    <dgm:pt modelId="{D46DB4DA-1442-4ECE-89FE-BBB1E3489E3D}" type="parTrans" cxnId="{0400886E-8A1A-44C2-95A7-DB0EF4911494}">
      <dgm:prSet/>
      <dgm:spPr/>
      <dgm:t>
        <a:bodyPr rtlCol="0"/>
        <a:lstStyle/>
        <a:p>
          <a:pPr rtl="0"/>
          <a:endParaRPr lang="fr-FR" noProof="0" dirty="0"/>
        </a:p>
      </dgm:t>
    </dgm:pt>
    <dgm:pt modelId="{FA28C9D6-476E-43CD-BA23-D6D990FD78D0}" type="sibTrans" cxnId="{0400886E-8A1A-44C2-95A7-DB0EF4911494}">
      <dgm:prSet/>
      <dgm:spPr/>
      <dgm:t>
        <a:bodyPr rtlCol="0"/>
        <a:lstStyle/>
        <a:p>
          <a:pPr rtl="0"/>
          <a:endParaRPr lang="fr-FR" noProof="0" dirty="0"/>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rtlCol="0"/>
        <a:lstStyle/>
        <a:p>
          <a:pPr rtl="0"/>
          <a:endParaRPr lang="en-US"/>
        </a:p>
      </dgm:t>
    </dgm:pt>
    <dgm:pt modelId="{6750AC01-D39D-4F3A-9DC8-2A211EE986A2}">
      <dgm:prSet phldrT="[Text]"/>
      <dgm:spPr/>
      <dgm:t>
        <a:bodyPr rtlCol="0"/>
        <a:lstStyle/>
        <a:p>
          <a:pPr rtl="0">
            <a:lnSpc>
              <a:spcPct val="100000"/>
            </a:lnSpc>
          </a:pPr>
          <a:r>
            <a:rPr lang="fr-FR" noProof="0" dirty="0"/>
            <a:t>Cloud	</a:t>
          </a:r>
        </a:p>
      </dgm:t>
    </dgm:pt>
    <dgm:pt modelId="{720680DC-AAA4-4434-A582-60EBCC5BA355}" type="parTrans" cxnId="{0B5DAE5F-BCDC-4BF7-A6E7-CF856886A64D}">
      <dgm:prSet/>
      <dgm:spPr/>
      <dgm:t>
        <a:bodyPr rtlCol="0"/>
        <a:lstStyle/>
        <a:p>
          <a:pPr rtl="0"/>
          <a:endParaRPr lang="fr-FR" noProof="0" dirty="0"/>
        </a:p>
      </dgm:t>
    </dgm:pt>
    <dgm:pt modelId="{CA077D98-8478-47EA-B6A9-99ACE60C64D4}" type="sibTrans" cxnId="{0B5DAE5F-BCDC-4BF7-A6E7-CF856886A64D}">
      <dgm:prSet/>
      <dgm:spPr/>
      <dgm:t>
        <a:bodyPr rtlCol="0"/>
        <a:lstStyle/>
        <a:p>
          <a:pPr rtl="0"/>
          <a:endParaRPr lang="fr-FR" noProof="0" dirty="0"/>
        </a:p>
      </dgm:t>
    </dgm:pt>
    <dgm:pt modelId="{0BEF68B8-1228-47BB-83B5-7B9CD1E3F84E}">
      <dgm:prSet phldrT="[Text]"/>
      <dgm:spPr/>
      <dgm:t>
        <a:bodyPr rtlCol="0"/>
        <a:lstStyle/>
        <a:p>
          <a:pPr rtl="0">
            <a:lnSpc>
              <a:spcPct val="100000"/>
            </a:lnSpc>
          </a:pPr>
          <a:r>
            <a:rPr lang="fr-FR" noProof="0" dirty="0"/>
            <a:t>Locales</a:t>
          </a:r>
        </a:p>
      </dgm:t>
    </dgm:pt>
    <dgm:pt modelId="{ED3A4BC2-B75A-4952-A38B-A42B5995DF05}" type="parTrans" cxnId="{EDEF4F82-1237-4639-A0F7-385C1897CE66}">
      <dgm:prSet/>
      <dgm:spPr/>
      <dgm:t>
        <a:bodyPr rtlCol="0"/>
        <a:lstStyle/>
        <a:p>
          <a:pPr rtl="0"/>
          <a:endParaRPr lang="fr-FR" noProof="0" dirty="0"/>
        </a:p>
      </dgm:t>
    </dgm:pt>
    <dgm:pt modelId="{FD949706-EDCC-4ADC-8EDF-8EDA49C92325}" type="sibTrans" cxnId="{EDEF4F82-1237-4639-A0F7-385C1897CE66}">
      <dgm:prSet/>
      <dgm:spPr/>
      <dgm:t>
        <a:bodyPr rtlCol="0"/>
        <a:lstStyle/>
        <a:p>
          <a:pPr rtl="0"/>
          <a:endParaRPr lang="fr-FR" noProof="0" dirty="0"/>
        </a:p>
      </dgm:t>
    </dgm:pt>
    <dgm:pt modelId="{5605D28D-2CE6-4513-8566-952984E21E14}">
      <dgm:prSet phldrT="[Text]"/>
      <dgm:spPr/>
      <dgm:t>
        <a:bodyPr rtlCol="0"/>
        <a:lstStyle/>
        <a:p>
          <a:pPr rtl="0">
            <a:lnSpc>
              <a:spcPct val="100000"/>
            </a:lnSpc>
          </a:pPr>
          <a:r>
            <a:rPr lang="fr-FR" noProof="0" dirty="0"/>
            <a:t>Hybrides</a:t>
          </a:r>
        </a:p>
      </dgm:t>
    </dgm:pt>
    <dgm:pt modelId="{EB15AB98-362B-4E70-A3DA-995FC3E8BA79}" type="parTrans" cxnId="{FAF3F884-F0CF-440F-8CB1-B7648AB1B138}">
      <dgm:prSet/>
      <dgm:spPr/>
      <dgm:t>
        <a:bodyPr rtlCol="0"/>
        <a:lstStyle/>
        <a:p>
          <a:pPr rtl="0"/>
          <a:endParaRPr lang="fr-FR" noProof="0" dirty="0"/>
        </a:p>
      </dgm:t>
    </dgm:pt>
    <dgm:pt modelId="{823D1971-2C4D-4EC5-A874-2F463DE37109}" type="sibTrans" cxnId="{FAF3F884-F0CF-440F-8CB1-B7648AB1B138}">
      <dgm:prSet/>
      <dgm:spPr/>
      <dgm:t>
        <a:bodyPr rtlCol="0"/>
        <a:lstStyle/>
        <a:p>
          <a:pPr rtl="0"/>
          <a:endParaRPr lang="fr-FR" noProof="0" dirty="0"/>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95DE6538-27BD-44AF-A1A8-CA8F6B10FDD2}" type="pres">
      <dgm:prSet presAssocID="{0BEF68B8-1228-47BB-83B5-7B9CD1E3F84E}" presName="text_2" presStyleLbl="node1" presStyleIdx="1" presStyleCnt="3">
        <dgm:presLayoutVars>
          <dgm:bulletEnabled val="1"/>
        </dgm:presLayoutVars>
      </dgm:prSet>
      <dgm:spPr/>
    </dgm:pt>
    <dgm:pt modelId="{312BDEE8-85BD-4F02-B35B-2CC8E701C98B}"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E131CE4A-9776-44F4-BC03-867682E21374}" type="pres">
      <dgm:prSet presAssocID="{5605D28D-2CE6-4513-8566-952984E21E14}" presName="text_3" presStyleLbl="node1" presStyleIdx="2" presStyleCnt="3">
        <dgm:presLayoutVars>
          <dgm:bulletEnabled val="1"/>
        </dgm:presLayoutVars>
      </dgm:prSet>
      <dgm:spPr/>
    </dgm:pt>
    <dgm:pt modelId="{AC9A216A-8375-48F9-A4E6-8E0B64C0209B}"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7084AA77-BACB-46CB-AE4A-77B62D3ED1AF}" type="presOf" srcId="{5605D28D-2CE6-4513-8566-952984E21E14}" destId="{E131CE4A-9776-44F4-BC03-867682E21374}"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4A378892-5CCC-4F0D-8A38-4BEAECF30F24}" type="presOf" srcId="{0BEF68B8-1228-47BB-83B5-7B9CD1E3F84E}" destId="{95DE6538-27BD-44AF-A1A8-CA8F6B10FDD2}"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602753E6-8A03-492B-861A-6B9532B5AA28}" type="presParOf" srcId="{90561C55-3C6E-4D53-85E1-2C50BCDDA392}" destId="{95DE6538-27BD-44AF-A1A8-CA8F6B10FDD2}" srcOrd="3" destOrd="0" presId="urn:microsoft.com/office/officeart/2008/layout/VerticalCurvedList"/>
    <dgm:cxn modelId="{AEC540A3-E86A-4075-8BE4-263F4AFF4EA1}" type="presParOf" srcId="{90561C55-3C6E-4D53-85E1-2C50BCDDA392}" destId="{312BDEE8-85BD-4F02-B35B-2CC8E701C98B}" srcOrd="4" destOrd="0" presId="urn:microsoft.com/office/officeart/2008/layout/VerticalCurvedList"/>
    <dgm:cxn modelId="{CD5D1014-B7CB-4B47-9A02-5FBF90928A73}" type="presParOf" srcId="{312BDEE8-85BD-4F02-B35B-2CC8E701C98B}" destId="{3F8116AC-FAC3-4E95-9865-93CCFEB191B9}" srcOrd="0" destOrd="0" presId="urn:microsoft.com/office/officeart/2008/layout/VerticalCurvedList"/>
    <dgm:cxn modelId="{987EB7C0-CA3E-4874-85E0-01E9060A2D35}" type="presParOf" srcId="{90561C55-3C6E-4D53-85E1-2C50BCDDA392}" destId="{E131CE4A-9776-44F4-BC03-867682E21374}" srcOrd="5" destOrd="0" presId="urn:microsoft.com/office/officeart/2008/layout/VerticalCurvedList"/>
    <dgm:cxn modelId="{91E55363-8DCA-455E-A203-06A9410994CB}" type="presParOf" srcId="{90561C55-3C6E-4D53-85E1-2C50BCDDA392}" destId="{AC9A216A-8375-48F9-A4E6-8E0B64C0209B}" srcOrd="6" destOrd="0" presId="urn:microsoft.com/office/officeart/2008/layout/VerticalCurvedList"/>
    <dgm:cxn modelId="{D866D586-1293-4049-B6E3-B467C1D5ED64}" type="presParOf" srcId="{AC9A216A-8375-48F9-A4E6-8E0B64C0209B}"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523237" y="494935"/>
          <a:ext cx="2285995" cy="228599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54818"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Réseau</a:t>
          </a:r>
        </a:p>
      </dsp:txBody>
      <dsp:txXfrm>
        <a:off x="54818" y="2746269"/>
        <a:ext cx="3222832" cy="720000"/>
      </dsp:txXfrm>
    </dsp:sp>
    <dsp:sp modelId="{CE9DF0E8-B0DE-4E1E-9FF4-6006AD8428DB}">
      <dsp:nvSpPr>
        <dsp:cNvPr id="0" name=""/>
        <dsp:cNvSpPr/>
      </dsp:nvSpPr>
      <dsp:spPr>
        <a:xfrm>
          <a:off x="4310064" y="494935"/>
          <a:ext cx="2285995" cy="228599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3841646"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Satellite</a:t>
          </a:r>
        </a:p>
      </dsp:txBody>
      <dsp:txXfrm>
        <a:off x="3841646" y="2746269"/>
        <a:ext cx="3222832" cy="720000"/>
      </dsp:txXfrm>
    </dsp:sp>
    <dsp:sp modelId="{6DB1FE51-13D0-4A38-AD6E-48D4371A1AF3}">
      <dsp:nvSpPr>
        <dsp:cNvPr id="0" name=""/>
        <dsp:cNvSpPr/>
      </dsp:nvSpPr>
      <dsp:spPr>
        <a:xfrm>
          <a:off x="8096892" y="494935"/>
          <a:ext cx="2285995" cy="228599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7628474"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Liaison</a:t>
          </a:r>
        </a:p>
      </dsp:txBody>
      <dsp:txXfrm>
        <a:off x="7628474" y="2746269"/>
        <a:ext cx="3222832"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Cloud	</a:t>
          </a:r>
        </a:p>
      </dsp:txBody>
      <dsp:txXfrm>
        <a:off x="496568" y="356393"/>
        <a:ext cx="6310391"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95DE6538-27BD-44AF-A1A8-CA8F6B10FDD2}">
      <dsp:nvSpPr>
        <dsp:cNvPr id="0" name=""/>
        <dsp:cNvSpPr/>
      </dsp:nvSpPr>
      <dsp:spPr>
        <a:xfrm>
          <a:off x="755666" y="1425575"/>
          <a:ext cx="6051292"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Locales</a:t>
          </a:r>
        </a:p>
      </dsp:txBody>
      <dsp:txXfrm>
        <a:off x="755666" y="1425575"/>
        <a:ext cx="6051292"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E131CE4A-9776-44F4-BC03-867682E21374}">
      <dsp:nvSpPr>
        <dsp:cNvPr id="0" name=""/>
        <dsp:cNvSpPr/>
      </dsp:nvSpPr>
      <dsp:spPr>
        <a:xfrm>
          <a:off x="496568" y="2494756"/>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Hybrides</a:t>
          </a:r>
        </a:p>
      </dsp:txBody>
      <dsp:txXfrm>
        <a:off x="496568" y="2494756"/>
        <a:ext cx="6310391"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Liste d’étiquettes d’icônes"/>
  <dgm:desc val="Permet de représenter des blocs d’informations non séquentiels ou groupés accompagnés d’éléments visuels associés. Fonctionne de manière optimale avec des icônes ou de petites images avec de courtes légendes de texte."/>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3367168-A7C3-4A51-ACFE-4D76B720982F}" type="datetime1">
              <a:rPr lang="fr-FR" smtClean="0"/>
              <a:t>01/06/2026</a:t>
            </a:fld>
            <a:endParaRPr lang="fr-FR"/>
          </a:p>
        </p:txBody>
      </p:sp>
      <p:sp>
        <p:nvSpPr>
          <p:cNvPr id="4" name="Espace réservé du pied de page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fr-FR" smtClean="0"/>
              <a:t>‹N°›</a:t>
            </a:fld>
            <a:endParaRPr lang="fr-FR"/>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CB4F1169-1988-463B-A52C-EF5C9A50040C}" type="datetime1">
              <a:rPr lang="fr-FR" noProof="0" smtClean="0"/>
              <a:t>01/06/2026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fr-FR" noProof="0" smtClean="0"/>
              <a:t>‹N°›</a:t>
            </a:fld>
            <a:endParaRPr lang="fr-FR"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a:t>
            </a:fld>
            <a:endParaRPr lang="fr-FR"/>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4</a:t>
            </a:fld>
            <a:endParaRPr lang="fr-FR"/>
          </a:p>
        </p:txBody>
      </p:sp>
    </p:spTree>
    <p:extLst>
      <p:ext uri="{BB962C8B-B14F-4D97-AF65-F5344CB8AC3E}">
        <p14:creationId xmlns:p14="http://schemas.microsoft.com/office/powerpoint/2010/main" val="4319275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smtClean="0"/>
              <a:t>5</a:t>
            </a:fld>
            <a:endParaRPr lang="fr-FR"/>
          </a:p>
        </p:txBody>
      </p:sp>
    </p:spTree>
    <p:extLst>
      <p:ext uri="{BB962C8B-B14F-4D97-AF65-F5344CB8AC3E}">
        <p14:creationId xmlns:p14="http://schemas.microsoft.com/office/powerpoint/2010/main" val="2289636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6</a:t>
            </a:fld>
            <a:endParaRPr lang="fr-FR"/>
          </a:p>
        </p:txBody>
      </p:sp>
    </p:spTree>
    <p:extLst>
      <p:ext uri="{BB962C8B-B14F-4D97-AF65-F5344CB8AC3E}">
        <p14:creationId xmlns:p14="http://schemas.microsoft.com/office/powerpoint/2010/main" val="3505115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7</a:t>
            </a:fld>
            <a:endParaRPr lang="fr-FR"/>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fr-FR" noProof="0"/>
              <a:t>Modifiez le style du titre</a:t>
            </a:r>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noProof="0"/>
              <a:t>Modifiez le style des sous-titres du masque</a:t>
            </a:r>
          </a:p>
        </p:txBody>
      </p:sp>
      <p:sp>
        <p:nvSpPr>
          <p:cNvPr id="4" name="Espace réservé de la date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F3B20A7-A3FE-46B9-84EA-B4257BA7E60C}" type="datetime1">
              <a:rPr lang="fr-FR" noProof="0" smtClean="0"/>
              <a:t>01/06/2026</a:t>
            </a:fld>
            <a:endParaRPr lang="fr-FR" noProof="0"/>
          </a:p>
        </p:txBody>
      </p:sp>
      <p:sp>
        <p:nvSpPr>
          <p:cNvPr id="5" name="Espace réservé du pied de page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contenu 2"/>
          <p:cNvSpPr>
            <a:spLocks noGrp="1"/>
          </p:cNvSpPr>
          <p:nvPr>
            <p:ph idx="1" hasCustomPrompt="1"/>
          </p:nvPr>
        </p:nvSpPr>
        <p:spPr>
          <a:xfrm>
            <a:off x="581192" y="2180496"/>
            <a:ext cx="11029615" cy="3678303"/>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9B34D2F-0B02-482E-ABD2-95D8C2FF2A58}" type="datetime1">
              <a:rPr lang="fr-FR" noProof="0" smtClean="0"/>
              <a:t>01/06/2026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a:xfrm>
            <a:off x="10558300" y="5956137"/>
            <a:ext cx="1052508" cy="365125"/>
          </a:xfrm>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fr-FR" noProof="0"/>
              <a:t>Modifiez le style du titre</a:t>
            </a:r>
          </a:p>
        </p:txBody>
      </p:sp>
      <p:sp>
        <p:nvSpPr>
          <p:cNvPr id="3" name="Espace réservé du texte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a:t>Modifiez les styles du texte du masque</a:t>
            </a:r>
          </a:p>
        </p:txBody>
      </p:sp>
      <p:sp>
        <p:nvSpPr>
          <p:cNvPr id="4" name="Espace réservé de la date 3"/>
          <p:cNvSpPr>
            <a:spLocks noGrp="1"/>
          </p:cNvSpPr>
          <p:nvPr>
            <p:ph type="dt" sz="half" idx="10"/>
          </p:nvPr>
        </p:nvSpPr>
        <p:spPr/>
        <p:txBody>
          <a:bodyPr rtlCol="0"/>
          <a:lstStyle>
            <a:lvl1pPr>
              <a:defRPr>
                <a:solidFill>
                  <a:schemeClr val="accent1">
                    <a:lumMod val="75000"/>
                    <a:lumOff val="25000"/>
                  </a:schemeClr>
                </a:solidFill>
              </a:defRPr>
            </a:lvl1pPr>
          </a:lstStyle>
          <a:p>
            <a:pPr rtl="0"/>
            <a:fld id="{126ECFBB-4871-428F-B4AE-1EF357E63674}" type="datetime1">
              <a:rPr lang="fr-FR" noProof="0" smtClean="0"/>
              <a:t>01/06/2026</a:t>
            </a:fld>
            <a:endParaRPr lang="fr-FR" noProof="0"/>
          </a:p>
        </p:txBody>
      </p:sp>
      <p:sp>
        <p:nvSpPr>
          <p:cNvPr id="5" name="Espace réservé du pied de page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581193" y="2228003"/>
            <a:ext cx="5422390"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6188417" y="2228003"/>
            <a:ext cx="5422392"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75517F14-0D9C-452E-A596-36902551AE9C}" type="datetime1">
              <a:rPr lang="fr-FR" noProof="0" smtClean="0"/>
              <a:t>01/06/2026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581194"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6" name="Espace réservé du contenu 5"/>
          <p:cNvSpPr>
            <a:spLocks noGrp="1"/>
          </p:cNvSpPr>
          <p:nvPr>
            <p:ph sz="quarter" idx="4" hasCustomPrompt="1"/>
          </p:nvPr>
        </p:nvSpPr>
        <p:spPr>
          <a:xfrm>
            <a:off x="6217709"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FA9BF800-A62B-4735-B9A7-5450007C0A78}" type="datetime1">
              <a:rPr lang="fr-FR" noProof="0" smtClean="0"/>
              <a:t>01/06/2026</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rtlCol="0"/>
          <a:lstStyle/>
          <a:p>
            <a:pPr rtl="0"/>
            <a:fld id="{F47267E0-A979-4430-94B4-54611641D8EE}" type="datetime1">
              <a:rPr lang="fr-FR" noProof="0" smtClean="0"/>
              <a:t>01/06/2026</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re 1"/>
          <p:cNvSpPr>
            <a:spLocks noGrp="1"/>
          </p:cNvSpPr>
          <p:nvPr>
            <p:ph type="title"/>
          </p:nvPr>
        </p:nvSpPr>
        <p:spPr>
          <a:xfrm>
            <a:off x="575894" y="729658"/>
            <a:ext cx="11029616" cy="988332"/>
          </a:xfrm>
        </p:spPr>
        <p:txBody>
          <a:bodyPr rtlCol="0"/>
          <a:lstStyle/>
          <a:p>
            <a:pPr rtl="0"/>
            <a:r>
              <a:rPr lang="fr-FR" noProof="0"/>
              <a:t>Modifiez le style du titre</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C58A73B6-B077-488D-82CF-3056D5BAC73E}" type="datetime1">
              <a:rPr lang="fr-FR" noProof="0" smtClean="0"/>
              <a:t>01/06/2026</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fr-FR" noProof="0"/>
              <a:t>Modifiez le style du titre</a:t>
            </a:r>
          </a:p>
        </p:txBody>
      </p:sp>
      <p:sp>
        <p:nvSpPr>
          <p:cNvPr id="3" name="Espace réservé du contenu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lvl1pPr>
              <a:defRPr>
                <a:solidFill>
                  <a:schemeClr val="accent1">
                    <a:lumMod val="75000"/>
                    <a:lumOff val="25000"/>
                  </a:schemeClr>
                </a:solidFill>
              </a:defRPr>
            </a:lvl1pPr>
          </a:lstStyle>
          <a:p>
            <a:pPr rtl="0"/>
            <a:fld id="{98F108A3-3495-404B-9869-1BA62DF0E465}" type="datetime1">
              <a:rPr lang="fr-FR" noProof="0" smtClean="0"/>
              <a:t>01/06/2026</a:t>
            </a:fld>
            <a:endParaRPr lang="fr-FR" noProof="0"/>
          </a:p>
        </p:txBody>
      </p:sp>
      <p:sp>
        <p:nvSpPr>
          <p:cNvPr id="6" name="Espace réservé du pied de page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7" name="Espace réservé du numéro de diapositive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94B550F6-4238-41AE-B6F4-4D375745C983}" type="datetime1">
              <a:rPr lang="fr-FR" noProof="0" smtClean="0"/>
              <a:t>01/06/2026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E5E3FBB-57D2-4FB3-B51E-0FDE8CEE6791}" type="datetime1">
              <a:rPr lang="fr-FR" noProof="0" smtClean="0"/>
              <a:t>01/06/2026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vertical 1"/>
          <p:cNvSpPr>
            <a:spLocks noGrp="1"/>
          </p:cNvSpPr>
          <p:nvPr>
            <p:ph type="title" orient="vert"/>
          </p:nvPr>
        </p:nvSpPr>
        <p:spPr>
          <a:xfrm>
            <a:off x="8839201" y="675726"/>
            <a:ext cx="2004164" cy="5183073"/>
          </a:xfrm>
        </p:spPr>
        <p:txBody>
          <a:bodyPr vert="eaVert" rtlCol="0"/>
          <a:lstStyle/>
          <a:p>
            <a:pPr rtl="0"/>
            <a:r>
              <a:rPr lang="fr-FR" noProof="0"/>
              <a:t>Modifiez le style du titre</a:t>
            </a:r>
          </a:p>
        </p:txBody>
      </p:sp>
      <p:sp>
        <p:nvSpPr>
          <p:cNvPr id="3" name="Espace réservé du texte vertical 2"/>
          <p:cNvSpPr>
            <a:spLocks noGrp="1"/>
          </p:cNvSpPr>
          <p:nvPr>
            <p:ph type="body" orient="vert" idx="1" hasCustomPrompt="1"/>
          </p:nvPr>
        </p:nvSpPr>
        <p:spPr>
          <a:xfrm>
            <a:off x="774923" y="675726"/>
            <a:ext cx="7896279" cy="5183073"/>
          </a:xfrm>
        </p:spPr>
        <p:txBody>
          <a:bodyPr vert="eaVert" rtlCol="0" anchor="t"/>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BE9F9435-70D7-42BA-8564-5EC34B97B69E}" type="datetime1">
              <a:rPr lang="fr-FR" noProof="0" smtClean="0"/>
              <a:t>01/06/2026</a:t>
            </a:fld>
            <a:endParaRPr lang="fr-FR" noProof="0"/>
          </a:p>
        </p:txBody>
      </p:sp>
      <p:sp>
        <p:nvSpPr>
          <p:cNvPr id="5" name="Espace réservé du pied de page 4"/>
          <p:cNvSpPr>
            <a:spLocks noGrp="1"/>
          </p:cNvSpPr>
          <p:nvPr>
            <p:ph type="ftr" sz="quarter" idx="11"/>
          </p:nvPr>
        </p:nvSpPr>
        <p:spPr>
          <a:xfrm>
            <a:off x="774923" y="5951811"/>
            <a:ext cx="7896279" cy="365125"/>
          </a:xfrm>
        </p:spPr>
        <p:txBody>
          <a:bodyPr rtlCol="0"/>
          <a:lstStyle/>
          <a:p>
            <a:pPr rtl="0"/>
            <a:endParaRPr lang="fr-FR" noProof="0"/>
          </a:p>
        </p:txBody>
      </p:sp>
      <p:sp>
        <p:nvSpPr>
          <p:cNvPr id="6" name="Espace réservé du numéro de diapositive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FR" noProof="0"/>
              <a:t>Modifiez le style du titre</a:t>
            </a:r>
          </a:p>
        </p:txBody>
      </p:sp>
      <p:sp>
        <p:nvSpPr>
          <p:cNvPr id="3" name="Espace réservé du texte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BBB97F02-5EDD-4BF6-BE41-AB41D1FEABF8}" type="datetime1">
              <a:rPr lang="fr-FR" noProof="0" smtClean="0"/>
              <a:t>01/06/2026</a:t>
            </a:fld>
            <a:endParaRPr lang="fr-FR" noProof="0"/>
          </a:p>
        </p:txBody>
      </p:sp>
      <p:sp>
        <p:nvSpPr>
          <p:cNvPr id="5" name="Espace réservé du pied de page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fr-FR" noProof="0"/>
          </a:p>
        </p:txBody>
      </p:sp>
      <p:sp>
        <p:nvSpPr>
          <p:cNvPr id="6" name="Espace réservé du numéro de diapositive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fr-FR" noProof="0" smtClean="0"/>
              <a:pPr/>
              <a:t>‹N°›</a:t>
            </a:fld>
            <a:endParaRPr lang="fr-FR"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5.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7" name="Image 6" descr="Connexions numérique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2" name="Titr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r>
              <a:rPr lang="fr-FR" sz="6000" dirty="0" err="1">
                <a:solidFill>
                  <a:schemeClr val="bg1"/>
                </a:solidFill>
              </a:rPr>
              <a:t>TechNova</a:t>
            </a:r>
            <a:r>
              <a:rPr lang="fr-FR" sz="6000" dirty="0"/>
              <a:t> </a:t>
            </a:r>
            <a:endParaRPr lang="fr-FR" sz="6000" dirty="0">
              <a:solidFill>
                <a:schemeClr val="bg1"/>
              </a:solidFill>
            </a:endParaRPr>
          </a:p>
        </p:txBody>
      </p:sp>
      <p:sp>
        <p:nvSpPr>
          <p:cNvPr id="3" name="Sous-titr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r>
              <a:rPr lang="fr-FR" dirty="0"/>
              <a:t>Analyse des causes de démission</a:t>
            </a:r>
            <a:endParaRPr lang="fr-FR"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A887ABB-4D37-F4E5-C72E-05B3951BCC74}"/>
              </a:ext>
            </a:extLst>
          </p:cNvPr>
          <p:cNvSpPr>
            <a:spLocks noGrp="1"/>
          </p:cNvSpPr>
          <p:nvPr>
            <p:ph type="title"/>
          </p:nvPr>
        </p:nvSpPr>
        <p:spPr/>
        <p:txBody>
          <a:bodyPr/>
          <a:lstStyle/>
          <a:p>
            <a:r>
              <a:rPr lang="fr-FR" dirty="0"/>
              <a:t>Formation Développeur IA</a:t>
            </a:r>
          </a:p>
        </p:txBody>
      </p:sp>
      <p:pic>
        <p:nvPicPr>
          <p:cNvPr id="4" name="Picture 6" descr="OpenClassrooms | Spreadshop">
            <a:extLst>
              <a:ext uri="{FF2B5EF4-FFF2-40B4-BE49-F238E27FC236}">
                <a16:creationId xmlns:a16="http://schemas.microsoft.com/office/drawing/2014/main" id="{7A154197-7927-FA64-68F3-8463F8F0B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77300" y="766902"/>
            <a:ext cx="4933507" cy="8843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Jupyter - Visual Studio Marketplace">
            <a:extLst>
              <a:ext uri="{FF2B5EF4-FFF2-40B4-BE49-F238E27FC236}">
                <a16:creationId xmlns:a16="http://schemas.microsoft.com/office/drawing/2014/main" id="{5BBF6CEF-1ECD-D45B-FECD-1582DE5A93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2375" y="3023347"/>
            <a:ext cx="1757734" cy="17655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Microsoft Excel — Wikipédia">
            <a:extLst>
              <a:ext uri="{FF2B5EF4-FFF2-40B4-BE49-F238E27FC236}">
                <a16:creationId xmlns:a16="http://schemas.microsoft.com/office/drawing/2014/main" id="{6F69B809-21C0-9ED3-E817-150D37D803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08362" y="4694600"/>
            <a:ext cx="1353623" cy="139649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2. Traitement de données avec PANDAS — Outils numériques avancés en  Mécanique">
            <a:extLst>
              <a:ext uri="{FF2B5EF4-FFF2-40B4-BE49-F238E27FC236}">
                <a16:creationId xmlns:a16="http://schemas.microsoft.com/office/drawing/2014/main" id="{0646F847-D574-9338-7260-840A3FEF8A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4955" y="3076482"/>
            <a:ext cx="2306277" cy="120863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UV - Python Package Manager: how to use it, comparisons, and common issues  | Pedro Medinilla Bohorquez - Pedromebo">
            <a:extLst>
              <a:ext uri="{FF2B5EF4-FFF2-40B4-BE49-F238E27FC236}">
                <a16:creationId xmlns:a16="http://schemas.microsoft.com/office/drawing/2014/main" id="{3F04E6DC-A3F1-4760-8863-86893C5A638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6823" t="25873" r="21843" b="28412"/>
          <a:stretch>
            <a:fillRect/>
          </a:stretch>
        </p:blipFill>
        <p:spPr bwMode="auto">
          <a:xfrm>
            <a:off x="8534400" y="2421455"/>
            <a:ext cx="3218329" cy="125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92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3C07D0-0DE7-7EEF-51B0-721C25DAEA84}"/>
              </a:ext>
            </a:extLst>
          </p:cNvPr>
          <p:cNvSpPr>
            <a:spLocks noGrp="1"/>
          </p:cNvSpPr>
          <p:nvPr>
            <p:ph type="title"/>
          </p:nvPr>
        </p:nvSpPr>
        <p:spPr/>
        <p:txBody>
          <a:bodyPr/>
          <a:lstStyle/>
          <a:p>
            <a:r>
              <a:rPr lang="fr-FR" dirty="0"/>
              <a:t>Nettoyage des données</a:t>
            </a:r>
          </a:p>
        </p:txBody>
      </p:sp>
      <p:sp>
        <p:nvSpPr>
          <p:cNvPr id="3" name="Espace réservé du contenu 2">
            <a:extLst>
              <a:ext uri="{FF2B5EF4-FFF2-40B4-BE49-F238E27FC236}">
                <a16:creationId xmlns:a16="http://schemas.microsoft.com/office/drawing/2014/main" id="{A7520F13-1BC0-00E5-A8FA-348EA6DCC45F}"/>
              </a:ext>
            </a:extLst>
          </p:cNvPr>
          <p:cNvSpPr>
            <a:spLocks noGrp="1"/>
          </p:cNvSpPr>
          <p:nvPr>
            <p:ph idx="1"/>
          </p:nvPr>
        </p:nvSpPr>
        <p:spPr/>
        <p:txBody>
          <a:bodyPr/>
          <a:lstStyle/>
          <a:p>
            <a:r>
              <a:rPr lang="fr-FR" dirty="0" err="1"/>
              <a:t>nombre_heures_travailless</a:t>
            </a:r>
            <a:r>
              <a:rPr lang="fr-FR" dirty="0"/>
              <a:t> n’est pas exploitable car toujours égale à 80</a:t>
            </a:r>
          </a:p>
          <a:p>
            <a:r>
              <a:rPr lang="fr-FR" dirty="0" err="1"/>
              <a:t>nombre_employee_sous_responsabilite</a:t>
            </a:r>
            <a:r>
              <a:rPr lang="fr-FR" dirty="0"/>
              <a:t> n’est pas exploitable car toujours égale à 1</a:t>
            </a:r>
          </a:p>
          <a:p>
            <a:endParaRPr lang="fr-FR" dirty="0"/>
          </a:p>
          <a:p>
            <a:endParaRPr lang="fr-FR" dirty="0"/>
          </a:p>
        </p:txBody>
      </p:sp>
    </p:spTree>
    <p:extLst>
      <p:ext uri="{BB962C8B-B14F-4D97-AF65-F5344CB8AC3E}">
        <p14:creationId xmlns:p14="http://schemas.microsoft.com/office/powerpoint/2010/main" val="1521905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FDA9692-ECDC-4B59-86B2-8C90FDE1A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12C05506-42A1-49C0-9D87-081CCD9023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re 1">
            <a:extLst>
              <a:ext uri="{FF2B5EF4-FFF2-40B4-BE49-F238E27FC236}">
                <a16:creationId xmlns:a16="http://schemas.microsoft.com/office/drawing/2014/main" id="{5B040558-A365-4CCE-92FA-5A48CD98F9C9}"/>
              </a:ext>
            </a:extLst>
          </p:cNvPr>
          <p:cNvSpPr>
            <a:spLocks noGrp="1"/>
          </p:cNvSpPr>
          <p:nvPr>
            <p:ph type="title"/>
          </p:nvPr>
        </p:nvSpPr>
        <p:spPr>
          <a:xfrm>
            <a:off x="581192" y="5264487"/>
            <a:ext cx="11029616" cy="718870"/>
          </a:xfrm>
        </p:spPr>
        <p:txBody>
          <a:bodyPr rtlCol="0">
            <a:normAutofit/>
          </a:bodyPr>
          <a:lstStyle/>
          <a:p>
            <a:pPr rtl="0"/>
            <a:r>
              <a:rPr lang="fr-FR" dirty="0">
                <a:solidFill>
                  <a:srgbClr val="FFFEFF"/>
                </a:solidFill>
              </a:rPr>
              <a:t>Exigences technologiques</a:t>
            </a:r>
          </a:p>
        </p:txBody>
      </p:sp>
      <p:graphicFrame>
        <p:nvGraphicFramePr>
          <p:cNvPr id="4" name="Espace réservé du contenu 3" descr="Graphique icône SmartArt">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4223713530"/>
              </p:ext>
            </p:extLst>
          </p:nvPr>
        </p:nvGraphicFramePr>
        <p:xfrm>
          <a:off x="642938" y="858445"/>
          <a:ext cx="10906125" cy="39612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03342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1633EB-7DCB-4DDC-80AF-C885A3EE1245}"/>
              </a:ext>
            </a:extLst>
          </p:cNvPr>
          <p:cNvSpPr>
            <a:spLocks noGrp="1"/>
          </p:cNvSpPr>
          <p:nvPr>
            <p:ph type="title"/>
          </p:nvPr>
        </p:nvSpPr>
        <p:spPr/>
        <p:txBody>
          <a:bodyPr rtlCol="0"/>
          <a:lstStyle/>
          <a:p>
            <a:pPr rtl="0"/>
            <a:r>
              <a:rPr lang="fr-FR"/>
              <a:t>Contexte concurrentiel</a:t>
            </a:r>
          </a:p>
        </p:txBody>
      </p:sp>
      <p:pic>
        <p:nvPicPr>
          <p:cNvPr id="11" name="Espace réservé du contenu 4" descr="Graphiques">
            <a:extLst>
              <a:ext uri="{FF2B5EF4-FFF2-40B4-BE49-F238E27FC236}">
                <a16:creationId xmlns:a16="http://schemas.microsoft.com/office/drawing/2014/main" id="{47D9BE16-119C-43B2-9AE6-18C4A150C0EF}"/>
              </a:ext>
            </a:extLst>
          </p:cNvPr>
          <p:cNvPicPr>
            <a:picLocks noGrp="1" noChangeAspect="1"/>
          </p:cNvPicPr>
          <p:nvPr>
            <p:ph sz="half" idx="1"/>
          </p:nvPr>
        </p:nvPicPr>
        <p:blipFill rotWithShape="1">
          <a:blip r:embed="rId3" cstate="screen">
            <a:extLst>
              <a:ext uri="{28A0092B-C50C-407E-A947-70E740481C1C}">
                <a14:useLocalDpi xmlns:a14="http://schemas.microsoft.com/office/drawing/2010/main"/>
              </a:ext>
            </a:extLst>
          </a:blip>
          <a:stretch/>
        </p:blipFill>
        <p:spPr>
          <a:xfrm>
            <a:off x="581025" y="2231480"/>
            <a:ext cx="5422900" cy="3625353"/>
          </a:xfrm>
        </p:spPr>
      </p:pic>
      <p:pic>
        <p:nvPicPr>
          <p:cNvPr id="18" name="Espace réservé du contenu 17" descr="Espace réservé au graphique">
            <a:extLst>
              <a:ext uri="{FF2B5EF4-FFF2-40B4-BE49-F238E27FC236}">
                <a16:creationId xmlns:a16="http://schemas.microsoft.com/office/drawing/2014/main" id="{BFEA8EC1-23A4-4843-A9C3-AE771D73392A}"/>
              </a:ext>
            </a:extLst>
          </p:cNvPr>
          <p:cNvPicPr>
            <a:picLocks noGrp="1" noChangeAspect="1"/>
          </p:cNvPicPr>
          <p:nvPr>
            <p:ph sz="half" idx="2"/>
          </p:nvPr>
        </p:nvPicPr>
        <p:blipFill>
          <a:blip r:embed="rId4"/>
          <a:srcRect/>
          <a:stretch/>
        </p:blipFill>
        <p:spPr>
          <a:xfrm>
            <a:off x="6201812" y="2571845"/>
            <a:ext cx="5395426" cy="2944623"/>
          </a:xfrm>
          <a:prstGeom prst="rect">
            <a:avLst/>
          </a:prstGeom>
        </p:spPr>
      </p:pic>
    </p:spTree>
    <p:extLst>
      <p:ext uri="{BB962C8B-B14F-4D97-AF65-F5344CB8AC3E}">
        <p14:creationId xmlns:p14="http://schemas.microsoft.com/office/powerpoint/2010/main" val="497607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AE9D071-98CF-435C-BD2B-976514544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pic>
        <p:nvPicPr>
          <p:cNvPr id="8" name="Espace réservé du contenu 4" descr="Valeurs numérique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10"/>
            <a:ext cx="12191980" cy="6857990"/>
          </a:xfrm>
          <a:prstGeom prst="rect">
            <a:avLst/>
          </a:prstGeom>
        </p:spPr>
      </p:pic>
      <p:grpSp>
        <p:nvGrpSpPr>
          <p:cNvPr id="15" name="Groupe 14">
            <a:extLst>
              <a:ext uri="{FF2B5EF4-FFF2-40B4-BE49-F238E27FC236}">
                <a16:creationId xmlns:a16="http://schemas.microsoft.com/office/drawing/2014/main" id="{D619FC33-16ED-4246-9596-BEFEB55E4C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EEA80E1-F99F-4009-837F-2F72F8A5D5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0230AF9A-4641-4BD8-9F95-9607CD30403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8" name="Rectangle 17">
              <a:extLst>
                <a:ext uri="{FF2B5EF4-FFF2-40B4-BE49-F238E27FC236}">
                  <a16:creationId xmlns:a16="http://schemas.microsoft.com/office/drawing/2014/main" id="{8703D4EC-9389-41B6-B88B-B6FDC8CD33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re 1">
            <a:extLst>
              <a:ext uri="{FF2B5EF4-FFF2-40B4-BE49-F238E27FC236}">
                <a16:creationId xmlns:a16="http://schemas.microsoft.com/office/drawing/2014/main" id="{7F2616EE-270D-4F4C-BA1F-2708D387B800}"/>
              </a:ext>
            </a:extLst>
          </p:cNvPr>
          <p:cNvSpPr>
            <a:spLocks noGrp="1"/>
          </p:cNvSpPr>
          <p:nvPr>
            <p:ph type="title"/>
          </p:nvPr>
        </p:nvSpPr>
        <p:spPr>
          <a:xfrm>
            <a:off x="584200" y="1006956"/>
            <a:ext cx="7213600" cy="1121871"/>
          </a:xfrm>
        </p:spPr>
        <p:txBody>
          <a:bodyPr rtlCol="0" anchor="ctr">
            <a:normAutofit/>
          </a:bodyPr>
          <a:lstStyle/>
          <a:p>
            <a:pPr algn="ctr" rtl="0"/>
            <a:r>
              <a:rPr lang="fr-FR" dirty="0"/>
              <a:t>Communications numériques</a:t>
            </a:r>
          </a:p>
        </p:txBody>
      </p:sp>
      <p:graphicFrame>
        <p:nvGraphicFramePr>
          <p:cNvPr id="6" name="Espace réservé du contenu 5" descr="Graphique SmartArt">
            <a:extLst>
              <a:ext uri="{FF2B5EF4-FFF2-40B4-BE49-F238E27FC236}">
                <a16:creationId xmlns:a16="http://schemas.microsoft.com/office/drawing/2014/main" id="{BF629521-FFD2-45DA-9D1D-A5F09BD5A2D9}"/>
              </a:ext>
            </a:extLst>
          </p:cNvPr>
          <p:cNvGraphicFramePr>
            <a:graphicFrameLocks noGrp="1"/>
          </p:cNvGraphicFramePr>
          <p:nvPr>
            <p:ph idx="1"/>
            <p:extLst>
              <p:ext uri="{D42A27DB-BD31-4B8C-83A1-F6EECF244321}">
                <p14:modId xmlns:p14="http://schemas.microsoft.com/office/powerpoint/2010/main" val="407969185"/>
              </p:ext>
            </p:extLst>
          </p:nvPr>
        </p:nvGraphicFramePr>
        <p:xfrm>
          <a:off x="719571" y="2198254"/>
          <a:ext cx="6854248"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209322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14" name="Groupe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re 1">
            <a:extLst>
              <a:ext uri="{FF2B5EF4-FFF2-40B4-BE49-F238E27FC236}">
                <a16:creationId xmlns:a16="http://schemas.microsoft.com/office/drawing/2014/main" id="{0F87E73C-2B1A-4602-BFBE-CFE1E55D9B38}"/>
              </a:ext>
            </a:extLst>
          </p:cNvPr>
          <p:cNvSpPr>
            <a:spLocks noGrp="1"/>
          </p:cNvSpPr>
          <p:nvPr>
            <p:ph type="ctrTitle"/>
          </p:nvPr>
        </p:nvSpPr>
        <p:spPr>
          <a:xfrm>
            <a:off x="8296275" y="1419226"/>
            <a:ext cx="3081576" cy="1746762"/>
          </a:xfrm>
        </p:spPr>
        <p:txBody>
          <a:bodyPr rtlCol="0">
            <a:normAutofit/>
          </a:bodyPr>
          <a:lstStyle/>
          <a:p>
            <a:pPr rtl="0"/>
            <a:r>
              <a:rPr lang="fr-FR">
                <a:solidFill>
                  <a:srgbClr val="FFFFFF"/>
                </a:solidFill>
              </a:rPr>
              <a:t>Merci</a:t>
            </a:r>
          </a:p>
        </p:txBody>
      </p:sp>
      <p:sp>
        <p:nvSpPr>
          <p:cNvPr id="3" name="Sous-titre 2">
            <a:extLst>
              <a:ext uri="{FF2B5EF4-FFF2-40B4-BE49-F238E27FC236}">
                <a16:creationId xmlns:a16="http://schemas.microsoft.com/office/drawing/2014/main" id="{A9CB511D-EA45-4336-847C-1252667143B5}"/>
              </a:ext>
            </a:extLst>
          </p:cNvPr>
          <p:cNvSpPr>
            <a:spLocks noGrp="1"/>
          </p:cNvSpPr>
          <p:nvPr>
            <p:ph type="subTitle" idx="1"/>
          </p:nvPr>
        </p:nvSpPr>
        <p:spPr>
          <a:xfrm>
            <a:off x="8296275" y="3505095"/>
            <a:ext cx="3081576" cy="2629006"/>
          </a:xfrm>
        </p:spPr>
        <p:txBody>
          <a:bodyPr rtlCol="0">
            <a:normAutofit/>
          </a:bodyPr>
          <a:lstStyle/>
          <a:p>
            <a:pPr rtl="0"/>
            <a:r>
              <a:rPr lang="fr-FR">
                <a:solidFill>
                  <a:schemeClr val="bg2"/>
                </a:solidFill>
              </a:rPr>
              <a:t>someone@example.com</a:t>
            </a:r>
          </a:p>
          <a:p>
            <a:pPr rtl="0"/>
            <a:endParaRPr lang="fr-FR">
              <a:solidFill>
                <a:schemeClr val="bg2"/>
              </a:solidFill>
            </a:endParaRPr>
          </a:p>
          <a:p>
            <a:pPr rtl="0"/>
            <a:endParaRPr lang="fr-FR">
              <a:solidFill>
                <a:schemeClr val="bg2"/>
              </a:solidFill>
            </a:endParaRPr>
          </a:p>
        </p:txBody>
      </p:sp>
      <p:pic>
        <p:nvPicPr>
          <p:cNvPr id="5" name="Image 4" descr="Valeurs numérique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Personnalisé">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8800_TF56390039_Win32" id="{FCB14B3E-2B92-48B8-A334-05E7A8EE34E1}" vid="{B6EC9E21-8C82-4EB1-BBE7-A370F785D0C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Conception technique</Template>
  <TotalTime>143</TotalTime>
  <Words>64</Words>
  <Application>Microsoft Office PowerPoint</Application>
  <PresentationFormat>Grand écran</PresentationFormat>
  <Paragraphs>22</Paragraphs>
  <Slides>7</Slides>
  <Notes>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vt:i4>
      </vt:variant>
    </vt:vector>
  </HeadingPairs>
  <TitlesOfParts>
    <vt:vector size="11" baseType="lpstr">
      <vt:lpstr>Calibri</vt:lpstr>
      <vt:lpstr>Gill Sans MT</vt:lpstr>
      <vt:lpstr>Wingdings 2</vt:lpstr>
      <vt:lpstr>Personnalisé</vt:lpstr>
      <vt:lpstr>TechNova </vt:lpstr>
      <vt:lpstr>Formation Développeur IA</vt:lpstr>
      <vt:lpstr>Nettoyage des données</vt:lpstr>
      <vt:lpstr>Exigences technologiques</vt:lpstr>
      <vt:lpstr>Contexte concurrentiel</vt:lpstr>
      <vt:lpstr>Communications numériques</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auguey</dc:creator>
  <cp:lastModifiedBy>thomas auguey</cp:lastModifiedBy>
  <cp:revision>5</cp:revision>
  <dcterms:created xsi:type="dcterms:W3CDTF">2026-06-01T07:45:08Z</dcterms:created>
  <dcterms:modified xsi:type="dcterms:W3CDTF">2026-06-01T15:07:24Z</dcterms:modified>
</cp:coreProperties>
</file>