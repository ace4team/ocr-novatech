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72" r:id="rId1"/>
  </p:sldMasterIdLst>
  <p:notesMasterIdLst>
    <p:notesMasterId r:id="rId13"/>
  </p:notesMasterIdLst>
  <p:handoutMasterIdLst>
    <p:handoutMasterId r:id="rId14"/>
  </p:handoutMasterIdLst>
  <p:sldIdLst>
    <p:sldId id="256" r:id="rId2"/>
    <p:sldId id="262" r:id="rId3"/>
    <p:sldId id="263" r:id="rId4"/>
    <p:sldId id="264" r:id="rId5"/>
    <p:sldId id="265" r:id="rId6"/>
    <p:sldId id="266" r:id="rId7"/>
    <p:sldId id="267" r:id="rId8"/>
    <p:sldId id="261" r:id="rId9"/>
    <p:sldId id="258" r:id="rId10"/>
    <p:sldId id="259" r:id="rId11"/>
    <p:sldId id="260" r:id="rId12"/>
  </p:sldIdLst>
  <p:sldSz cx="12192000" cy="6858000"/>
  <p:notesSz cx="6858000" cy="9144000"/>
  <p:defaultTextStyle>
    <a:defPPr rtl="0">
      <a:defRPr lang="fr-FR"/>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48" autoAdjust="0"/>
  </p:normalViewPr>
  <p:slideViewPr>
    <p:cSldViewPr snapToGrid="0">
      <p:cViewPr varScale="1">
        <p:scale>
          <a:sx n="67" d="100"/>
          <a:sy n="67" d="100"/>
        </p:scale>
        <p:origin x="96" y="335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6" d="100"/>
          <a:sy n="86" d="100"/>
        </p:scale>
        <p:origin x="3114"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handoutMaster" Target="handoutMasters/handout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18/5/colors/Iconchunking_neutralbg_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a:alpha val="0"/>
      </a:schemeClr>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D9C16A6-8C48-4165-8DAF-8C957C12A8FA}" type="doc">
      <dgm:prSet loTypeId="urn:microsoft.com/office/officeart/2018/2/layout/IconLabelList" loCatId="icon" qsTypeId="urn:microsoft.com/office/officeart/2005/8/quickstyle/simple1" qsCatId="simple" csTypeId="urn:microsoft.com/office/officeart/2018/5/colors/Iconchunking_neutralbg_accent2_2" csCatId="accent2" phldr="1"/>
      <dgm:spPr/>
    </dgm:pt>
    <dgm:pt modelId="{701D68F5-42F8-47BC-8FED-84C50F595DF0}">
      <dgm:prSet phldrT="[Text]"/>
      <dgm:spPr/>
      <dgm:t>
        <a:bodyPr rtlCol="0"/>
        <a:lstStyle/>
        <a:p>
          <a:pPr rtl="0"/>
          <a:r>
            <a:rPr lang="fr-FR" noProof="0" dirty="0"/>
            <a:t>Réseau</a:t>
          </a:r>
        </a:p>
      </dgm:t>
    </dgm:pt>
    <dgm:pt modelId="{9617668C-C38C-4017-8DDF-37855B15D110}" type="parTrans" cxnId="{C4BA385D-31ED-40EF-A5D6-98DFBA64E71A}">
      <dgm:prSet/>
      <dgm:spPr/>
      <dgm:t>
        <a:bodyPr rtlCol="0"/>
        <a:lstStyle/>
        <a:p>
          <a:pPr rtl="0"/>
          <a:endParaRPr lang="fr-FR" noProof="0" dirty="0"/>
        </a:p>
      </dgm:t>
    </dgm:pt>
    <dgm:pt modelId="{0C95B389-AC0C-4055-9AA3-38815EFC8B0A}" type="sibTrans" cxnId="{C4BA385D-31ED-40EF-A5D6-98DFBA64E71A}">
      <dgm:prSet/>
      <dgm:spPr/>
      <dgm:t>
        <a:bodyPr rtlCol="0"/>
        <a:lstStyle/>
        <a:p>
          <a:pPr rtl="0"/>
          <a:endParaRPr lang="fr-FR" noProof="0" dirty="0"/>
        </a:p>
      </dgm:t>
    </dgm:pt>
    <dgm:pt modelId="{91A66877-AC1C-46D9-BF2C-6024B638DEA9}">
      <dgm:prSet phldrT="[Text]"/>
      <dgm:spPr/>
      <dgm:t>
        <a:bodyPr rtlCol="0"/>
        <a:lstStyle/>
        <a:p>
          <a:pPr rtl="0"/>
          <a:r>
            <a:rPr lang="fr-FR" noProof="0" dirty="0"/>
            <a:t>Satellite</a:t>
          </a:r>
        </a:p>
      </dgm:t>
    </dgm:pt>
    <dgm:pt modelId="{913FED05-DF41-48A7-B1F8-81937A468EF9}" type="parTrans" cxnId="{7F0DAB6F-9257-4F2D-B31A-3418F73F6952}">
      <dgm:prSet/>
      <dgm:spPr/>
      <dgm:t>
        <a:bodyPr rtlCol="0"/>
        <a:lstStyle/>
        <a:p>
          <a:pPr rtl="0"/>
          <a:endParaRPr lang="fr-FR" noProof="0" dirty="0"/>
        </a:p>
      </dgm:t>
    </dgm:pt>
    <dgm:pt modelId="{BFCE4A28-C381-46FF-935A-B11534EF7D87}" type="sibTrans" cxnId="{7F0DAB6F-9257-4F2D-B31A-3418F73F6952}">
      <dgm:prSet/>
      <dgm:spPr/>
      <dgm:t>
        <a:bodyPr rtlCol="0"/>
        <a:lstStyle/>
        <a:p>
          <a:pPr rtl="0"/>
          <a:endParaRPr lang="fr-FR" noProof="0" dirty="0"/>
        </a:p>
      </dgm:t>
    </dgm:pt>
    <dgm:pt modelId="{76CC3289-2662-43F0-A3C6-BA04A135F08C}">
      <dgm:prSet phldrT="[Text]"/>
      <dgm:spPr/>
      <dgm:t>
        <a:bodyPr rtlCol="0"/>
        <a:lstStyle/>
        <a:p>
          <a:pPr rtl="0"/>
          <a:r>
            <a:rPr lang="fr-FR" noProof="0" dirty="0"/>
            <a:t>Liaison</a:t>
          </a:r>
        </a:p>
      </dgm:t>
    </dgm:pt>
    <dgm:pt modelId="{D46DB4DA-1442-4ECE-89FE-BBB1E3489E3D}" type="parTrans" cxnId="{0400886E-8A1A-44C2-95A7-DB0EF4911494}">
      <dgm:prSet/>
      <dgm:spPr/>
      <dgm:t>
        <a:bodyPr rtlCol="0"/>
        <a:lstStyle/>
        <a:p>
          <a:pPr rtl="0"/>
          <a:endParaRPr lang="fr-FR" noProof="0" dirty="0"/>
        </a:p>
      </dgm:t>
    </dgm:pt>
    <dgm:pt modelId="{FA28C9D6-476E-43CD-BA23-D6D990FD78D0}" type="sibTrans" cxnId="{0400886E-8A1A-44C2-95A7-DB0EF4911494}">
      <dgm:prSet/>
      <dgm:spPr/>
      <dgm:t>
        <a:bodyPr rtlCol="0"/>
        <a:lstStyle/>
        <a:p>
          <a:pPr rtl="0"/>
          <a:endParaRPr lang="fr-FR" noProof="0" dirty="0"/>
        </a:p>
      </dgm:t>
    </dgm:pt>
    <dgm:pt modelId="{8994D886-A75F-411A-A9D7-D31991FF12BD}" type="pres">
      <dgm:prSet presAssocID="{7D9C16A6-8C48-4165-8DAF-8C957C12A8FA}" presName="root" presStyleCnt="0">
        <dgm:presLayoutVars>
          <dgm:dir/>
          <dgm:resizeHandles val="exact"/>
        </dgm:presLayoutVars>
      </dgm:prSet>
      <dgm:spPr/>
    </dgm:pt>
    <dgm:pt modelId="{E1DBA6D5-BD14-4CD2-A0CC-80F867FEFA81}" type="pres">
      <dgm:prSet presAssocID="{701D68F5-42F8-47BC-8FED-84C50F595DF0}" presName="compNode" presStyleCnt="0"/>
      <dgm:spPr/>
    </dgm:pt>
    <dgm:pt modelId="{19A8DC21-3E65-409D-AD53-DA51BB9198A0}" type="pres">
      <dgm:prSet presAssocID="{701D68F5-42F8-47BC-8FED-84C50F595DF0}" presName="iconRect" presStyleLbl="node1" presStyleIdx="0" presStyleCnt="3" custScaleX="157625" custScaleY="15762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a:ext>
      </dgm:extLst>
    </dgm:pt>
    <dgm:pt modelId="{B9F90A48-FF94-4C94-A587-0190406F6FD3}" type="pres">
      <dgm:prSet presAssocID="{701D68F5-42F8-47BC-8FED-84C50F595DF0}" presName="spaceRect" presStyleCnt="0"/>
      <dgm:spPr/>
    </dgm:pt>
    <dgm:pt modelId="{A99B5DD6-89E9-4537-B415-4205CEB9323A}" type="pres">
      <dgm:prSet presAssocID="{701D68F5-42F8-47BC-8FED-84C50F595DF0}" presName="textRect" presStyleLbl="revTx" presStyleIdx="0" presStyleCnt="3">
        <dgm:presLayoutVars>
          <dgm:chMax val="1"/>
          <dgm:chPref val="1"/>
        </dgm:presLayoutVars>
      </dgm:prSet>
      <dgm:spPr/>
    </dgm:pt>
    <dgm:pt modelId="{8B391436-B9B0-45BD-A57F-792D6376D868}" type="pres">
      <dgm:prSet presAssocID="{0C95B389-AC0C-4055-9AA3-38815EFC8B0A}" presName="sibTrans" presStyleCnt="0"/>
      <dgm:spPr/>
    </dgm:pt>
    <dgm:pt modelId="{95872155-C45D-46D3-874C-D838089A06F8}" type="pres">
      <dgm:prSet presAssocID="{91A66877-AC1C-46D9-BF2C-6024B638DEA9}" presName="compNode" presStyleCnt="0"/>
      <dgm:spPr/>
    </dgm:pt>
    <dgm:pt modelId="{CE9DF0E8-B0DE-4E1E-9FF4-6006AD8428DB}" type="pres">
      <dgm:prSet presAssocID="{91A66877-AC1C-46D9-BF2C-6024B638DEA9}" presName="iconRect" presStyleLbl="node1" presStyleIdx="1" presStyleCnt="3" custScaleX="157625" custScaleY="15762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atellite"/>
        </a:ext>
      </dgm:extLst>
    </dgm:pt>
    <dgm:pt modelId="{AA0423A1-55B2-45E9-BFE7-3FBE5BDA65ED}" type="pres">
      <dgm:prSet presAssocID="{91A66877-AC1C-46D9-BF2C-6024B638DEA9}" presName="spaceRect" presStyleCnt="0"/>
      <dgm:spPr/>
    </dgm:pt>
    <dgm:pt modelId="{55120873-6F5C-4053-8EAD-6287A7F1097E}" type="pres">
      <dgm:prSet presAssocID="{91A66877-AC1C-46D9-BF2C-6024B638DEA9}" presName="textRect" presStyleLbl="revTx" presStyleIdx="1" presStyleCnt="3">
        <dgm:presLayoutVars>
          <dgm:chMax val="1"/>
          <dgm:chPref val="1"/>
        </dgm:presLayoutVars>
      </dgm:prSet>
      <dgm:spPr/>
    </dgm:pt>
    <dgm:pt modelId="{F679C986-30E4-4F0A-A3A6-CAE528BFED76}" type="pres">
      <dgm:prSet presAssocID="{BFCE4A28-C381-46FF-935A-B11534EF7D87}" presName="sibTrans" presStyleCnt="0"/>
      <dgm:spPr/>
    </dgm:pt>
    <dgm:pt modelId="{2EC2FDE3-8908-45C7-A3FD-EB370213FE69}" type="pres">
      <dgm:prSet presAssocID="{76CC3289-2662-43F0-A3C6-BA04A135F08C}" presName="compNode" presStyleCnt="0"/>
      <dgm:spPr/>
    </dgm:pt>
    <dgm:pt modelId="{6DB1FE51-13D0-4A38-AD6E-48D4371A1AF3}" type="pres">
      <dgm:prSet presAssocID="{76CC3289-2662-43F0-A3C6-BA04A135F08C}" presName="iconRect" presStyleLbl="node1" presStyleIdx="2" presStyleCnt="3" custScaleX="157625" custScaleY="15762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a:noFill/>
        </a:ln>
      </dgm:spPr>
      <dgm:extLst>
        <a:ext uri="{E40237B7-FDA0-4F09-8148-C483321AD2D9}">
          <dgm14:cNvPr xmlns:dgm14="http://schemas.microsoft.com/office/drawing/2010/diagram" id="0" name="" descr="Link"/>
        </a:ext>
      </dgm:extLst>
    </dgm:pt>
    <dgm:pt modelId="{0928538A-05CC-4A79-BD5D-92F985D1EEE5}" type="pres">
      <dgm:prSet presAssocID="{76CC3289-2662-43F0-A3C6-BA04A135F08C}" presName="spaceRect" presStyleCnt="0"/>
      <dgm:spPr/>
    </dgm:pt>
    <dgm:pt modelId="{133097FC-B1F8-4953-B0AB-E8E73D968D1C}" type="pres">
      <dgm:prSet presAssocID="{76CC3289-2662-43F0-A3C6-BA04A135F08C}" presName="textRect" presStyleLbl="revTx" presStyleIdx="2" presStyleCnt="3">
        <dgm:presLayoutVars>
          <dgm:chMax val="1"/>
          <dgm:chPref val="1"/>
        </dgm:presLayoutVars>
      </dgm:prSet>
      <dgm:spPr/>
    </dgm:pt>
  </dgm:ptLst>
  <dgm:cxnLst>
    <dgm:cxn modelId="{1B8CB22C-9648-419B-97E9-4AA6C3555723}" type="presOf" srcId="{701D68F5-42F8-47BC-8FED-84C50F595DF0}" destId="{A99B5DD6-89E9-4537-B415-4205CEB9323A}" srcOrd="0" destOrd="0" presId="urn:microsoft.com/office/officeart/2018/2/layout/IconLabelList"/>
    <dgm:cxn modelId="{C4BA385D-31ED-40EF-A5D6-98DFBA64E71A}" srcId="{7D9C16A6-8C48-4165-8DAF-8C957C12A8FA}" destId="{701D68F5-42F8-47BC-8FED-84C50F595DF0}" srcOrd="0" destOrd="0" parTransId="{9617668C-C38C-4017-8DDF-37855B15D110}" sibTransId="{0C95B389-AC0C-4055-9AA3-38815EFC8B0A}"/>
    <dgm:cxn modelId="{5574CC64-4BF2-43BE-BABC-6DF1E58A4C74}" type="presOf" srcId="{7D9C16A6-8C48-4165-8DAF-8C957C12A8FA}" destId="{8994D886-A75F-411A-A9D7-D31991FF12BD}" srcOrd="0" destOrd="0" presId="urn:microsoft.com/office/officeart/2018/2/layout/IconLabelList"/>
    <dgm:cxn modelId="{0400886E-8A1A-44C2-95A7-DB0EF4911494}" srcId="{7D9C16A6-8C48-4165-8DAF-8C957C12A8FA}" destId="{76CC3289-2662-43F0-A3C6-BA04A135F08C}" srcOrd="2" destOrd="0" parTransId="{D46DB4DA-1442-4ECE-89FE-BBB1E3489E3D}" sibTransId="{FA28C9D6-476E-43CD-BA23-D6D990FD78D0}"/>
    <dgm:cxn modelId="{7F0DAB6F-9257-4F2D-B31A-3418F73F6952}" srcId="{7D9C16A6-8C48-4165-8DAF-8C957C12A8FA}" destId="{91A66877-AC1C-46D9-BF2C-6024B638DEA9}" srcOrd="1" destOrd="0" parTransId="{913FED05-DF41-48A7-B1F8-81937A468EF9}" sibTransId="{BFCE4A28-C381-46FF-935A-B11534EF7D87}"/>
    <dgm:cxn modelId="{EC5C6E85-C523-4B60-976B-342F12E3A6CB}" type="presOf" srcId="{91A66877-AC1C-46D9-BF2C-6024B638DEA9}" destId="{55120873-6F5C-4053-8EAD-6287A7F1097E}" srcOrd="0" destOrd="0" presId="urn:microsoft.com/office/officeart/2018/2/layout/IconLabelList"/>
    <dgm:cxn modelId="{6E31C6AB-C9E6-448F-A8CC-566A63619D4D}" type="presOf" srcId="{76CC3289-2662-43F0-A3C6-BA04A135F08C}" destId="{133097FC-B1F8-4953-B0AB-E8E73D968D1C}" srcOrd="0" destOrd="0" presId="urn:microsoft.com/office/officeart/2018/2/layout/IconLabelList"/>
    <dgm:cxn modelId="{2AD6E781-3ED2-484E-B438-73386D2C583D}" type="presParOf" srcId="{8994D886-A75F-411A-A9D7-D31991FF12BD}" destId="{E1DBA6D5-BD14-4CD2-A0CC-80F867FEFA81}" srcOrd="0" destOrd="0" presId="urn:microsoft.com/office/officeart/2018/2/layout/IconLabelList"/>
    <dgm:cxn modelId="{10B2B212-528C-471D-ABD0-D66ED992B833}" type="presParOf" srcId="{E1DBA6D5-BD14-4CD2-A0CC-80F867FEFA81}" destId="{19A8DC21-3E65-409D-AD53-DA51BB9198A0}" srcOrd="0" destOrd="0" presId="urn:microsoft.com/office/officeart/2018/2/layout/IconLabelList"/>
    <dgm:cxn modelId="{2A8FB3D0-F98B-4F5A-BACA-4315E38776FB}" type="presParOf" srcId="{E1DBA6D5-BD14-4CD2-A0CC-80F867FEFA81}" destId="{B9F90A48-FF94-4C94-A587-0190406F6FD3}" srcOrd="1" destOrd="0" presId="urn:microsoft.com/office/officeart/2018/2/layout/IconLabelList"/>
    <dgm:cxn modelId="{95FEF629-9884-451C-89B4-41B897ABE3D6}" type="presParOf" srcId="{E1DBA6D5-BD14-4CD2-A0CC-80F867FEFA81}" destId="{A99B5DD6-89E9-4537-B415-4205CEB9323A}" srcOrd="2" destOrd="0" presId="urn:microsoft.com/office/officeart/2018/2/layout/IconLabelList"/>
    <dgm:cxn modelId="{0FE6827F-DE80-4F8A-8E9D-7F88C0F7EF29}" type="presParOf" srcId="{8994D886-A75F-411A-A9D7-D31991FF12BD}" destId="{8B391436-B9B0-45BD-A57F-792D6376D868}" srcOrd="1" destOrd="0" presId="urn:microsoft.com/office/officeart/2018/2/layout/IconLabelList"/>
    <dgm:cxn modelId="{4857BE3A-D518-473D-AC79-7B9BF18B9824}" type="presParOf" srcId="{8994D886-A75F-411A-A9D7-D31991FF12BD}" destId="{95872155-C45D-46D3-874C-D838089A06F8}" srcOrd="2" destOrd="0" presId="urn:microsoft.com/office/officeart/2018/2/layout/IconLabelList"/>
    <dgm:cxn modelId="{B4B325C4-81F2-4B3E-8CBF-4532B0BFA343}" type="presParOf" srcId="{95872155-C45D-46D3-874C-D838089A06F8}" destId="{CE9DF0E8-B0DE-4E1E-9FF4-6006AD8428DB}" srcOrd="0" destOrd="0" presId="urn:microsoft.com/office/officeart/2018/2/layout/IconLabelList"/>
    <dgm:cxn modelId="{0AE6D335-6E55-47E1-BAD8-0368620AB8F6}" type="presParOf" srcId="{95872155-C45D-46D3-874C-D838089A06F8}" destId="{AA0423A1-55B2-45E9-BFE7-3FBE5BDA65ED}" srcOrd="1" destOrd="0" presId="urn:microsoft.com/office/officeart/2018/2/layout/IconLabelList"/>
    <dgm:cxn modelId="{AFEE8CCD-97FE-4EFA-A584-DF6AFDAD2B20}" type="presParOf" srcId="{95872155-C45D-46D3-874C-D838089A06F8}" destId="{55120873-6F5C-4053-8EAD-6287A7F1097E}" srcOrd="2" destOrd="0" presId="urn:microsoft.com/office/officeart/2018/2/layout/IconLabelList"/>
    <dgm:cxn modelId="{26649F18-C204-4047-8300-905486AB3755}" type="presParOf" srcId="{8994D886-A75F-411A-A9D7-D31991FF12BD}" destId="{F679C986-30E4-4F0A-A3A6-CAE528BFED76}" srcOrd="3" destOrd="0" presId="urn:microsoft.com/office/officeart/2018/2/layout/IconLabelList"/>
    <dgm:cxn modelId="{898D629F-DA37-435F-A0B2-0617605D711A}" type="presParOf" srcId="{8994D886-A75F-411A-A9D7-D31991FF12BD}" destId="{2EC2FDE3-8908-45C7-A3FD-EB370213FE69}" srcOrd="4" destOrd="0" presId="urn:microsoft.com/office/officeart/2018/2/layout/IconLabelList"/>
    <dgm:cxn modelId="{2BDADB1C-15B1-4763-9B35-3792147F8F87}" type="presParOf" srcId="{2EC2FDE3-8908-45C7-A3FD-EB370213FE69}" destId="{6DB1FE51-13D0-4A38-AD6E-48D4371A1AF3}" srcOrd="0" destOrd="0" presId="urn:microsoft.com/office/officeart/2018/2/layout/IconLabelList"/>
    <dgm:cxn modelId="{F692F1E6-C6EC-4391-8432-EB6C34194240}" type="presParOf" srcId="{2EC2FDE3-8908-45C7-A3FD-EB370213FE69}" destId="{0928538A-05CC-4A79-BD5D-92F985D1EEE5}" srcOrd="1" destOrd="0" presId="urn:microsoft.com/office/officeart/2018/2/layout/IconLabelList"/>
    <dgm:cxn modelId="{0E6AF6C4-A4E5-4234-9E16-F9F2334264CD}" type="presParOf" srcId="{2EC2FDE3-8908-45C7-A3FD-EB370213FE69}" destId="{133097FC-B1F8-4953-B0AB-E8E73D968D1C}"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7E5AA53B-3EEE-4DE4-BB81-9044890C2946}" type="doc">
      <dgm:prSet loTypeId="urn:microsoft.com/office/officeart/2008/layout/VerticalCurvedList" loCatId="list" qsTypeId="urn:microsoft.com/office/officeart/2005/8/quickstyle/simple4" qsCatId="simple" csTypeId="urn:microsoft.com/office/officeart/2005/8/colors/accent2_2" csCatId="accent2" phldr="1"/>
      <dgm:spPr/>
      <dgm:t>
        <a:bodyPr rtlCol="0"/>
        <a:lstStyle/>
        <a:p>
          <a:pPr rtl="0"/>
          <a:endParaRPr lang="en-US"/>
        </a:p>
      </dgm:t>
    </dgm:pt>
    <dgm:pt modelId="{6750AC01-D39D-4F3A-9DC8-2A211EE986A2}">
      <dgm:prSet phldrT="[Text]"/>
      <dgm:spPr/>
      <dgm:t>
        <a:bodyPr rtlCol="0"/>
        <a:lstStyle/>
        <a:p>
          <a:pPr rtl="0">
            <a:lnSpc>
              <a:spcPct val="100000"/>
            </a:lnSpc>
          </a:pPr>
          <a:r>
            <a:rPr lang="fr-FR" noProof="0" dirty="0"/>
            <a:t>Cloud	</a:t>
          </a:r>
        </a:p>
      </dgm:t>
    </dgm:pt>
    <dgm:pt modelId="{720680DC-AAA4-4434-A582-60EBCC5BA355}" type="parTrans" cxnId="{0B5DAE5F-BCDC-4BF7-A6E7-CF856886A64D}">
      <dgm:prSet/>
      <dgm:spPr/>
      <dgm:t>
        <a:bodyPr rtlCol="0"/>
        <a:lstStyle/>
        <a:p>
          <a:pPr rtl="0"/>
          <a:endParaRPr lang="fr-FR" noProof="0" dirty="0"/>
        </a:p>
      </dgm:t>
    </dgm:pt>
    <dgm:pt modelId="{CA077D98-8478-47EA-B6A9-99ACE60C64D4}" type="sibTrans" cxnId="{0B5DAE5F-BCDC-4BF7-A6E7-CF856886A64D}">
      <dgm:prSet/>
      <dgm:spPr/>
      <dgm:t>
        <a:bodyPr rtlCol="0"/>
        <a:lstStyle/>
        <a:p>
          <a:pPr rtl="0"/>
          <a:endParaRPr lang="fr-FR" noProof="0" dirty="0"/>
        </a:p>
      </dgm:t>
    </dgm:pt>
    <dgm:pt modelId="{0BEF68B8-1228-47BB-83B5-7B9CD1E3F84E}">
      <dgm:prSet phldrT="[Text]"/>
      <dgm:spPr/>
      <dgm:t>
        <a:bodyPr rtlCol="0"/>
        <a:lstStyle/>
        <a:p>
          <a:pPr rtl="0">
            <a:lnSpc>
              <a:spcPct val="100000"/>
            </a:lnSpc>
          </a:pPr>
          <a:r>
            <a:rPr lang="fr-FR" noProof="0" dirty="0"/>
            <a:t>Locales</a:t>
          </a:r>
        </a:p>
      </dgm:t>
    </dgm:pt>
    <dgm:pt modelId="{ED3A4BC2-B75A-4952-A38B-A42B5995DF05}" type="parTrans" cxnId="{EDEF4F82-1237-4639-A0F7-385C1897CE66}">
      <dgm:prSet/>
      <dgm:spPr/>
      <dgm:t>
        <a:bodyPr rtlCol="0"/>
        <a:lstStyle/>
        <a:p>
          <a:pPr rtl="0"/>
          <a:endParaRPr lang="fr-FR" noProof="0" dirty="0"/>
        </a:p>
      </dgm:t>
    </dgm:pt>
    <dgm:pt modelId="{FD949706-EDCC-4ADC-8EDF-8EDA49C92325}" type="sibTrans" cxnId="{EDEF4F82-1237-4639-A0F7-385C1897CE66}">
      <dgm:prSet/>
      <dgm:spPr/>
      <dgm:t>
        <a:bodyPr rtlCol="0"/>
        <a:lstStyle/>
        <a:p>
          <a:pPr rtl="0"/>
          <a:endParaRPr lang="fr-FR" noProof="0" dirty="0"/>
        </a:p>
      </dgm:t>
    </dgm:pt>
    <dgm:pt modelId="{5605D28D-2CE6-4513-8566-952984E21E14}">
      <dgm:prSet phldrT="[Text]"/>
      <dgm:spPr/>
      <dgm:t>
        <a:bodyPr rtlCol="0"/>
        <a:lstStyle/>
        <a:p>
          <a:pPr rtl="0">
            <a:lnSpc>
              <a:spcPct val="100000"/>
            </a:lnSpc>
          </a:pPr>
          <a:r>
            <a:rPr lang="fr-FR" noProof="0" dirty="0"/>
            <a:t>Hybrides</a:t>
          </a:r>
        </a:p>
      </dgm:t>
    </dgm:pt>
    <dgm:pt modelId="{EB15AB98-362B-4E70-A3DA-995FC3E8BA79}" type="parTrans" cxnId="{FAF3F884-F0CF-440F-8CB1-B7648AB1B138}">
      <dgm:prSet/>
      <dgm:spPr/>
      <dgm:t>
        <a:bodyPr rtlCol="0"/>
        <a:lstStyle/>
        <a:p>
          <a:pPr rtl="0"/>
          <a:endParaRPr lang="fr-FR" noProof="0" dirty="0"/>
        </a:p>
      </dgm:t>
    </dgm:pt>
    <dgm:pt modelId="{823D1971-2C4D-4EC5-A874-2F463DE37109}" type="sibTrans" cxnId="{FAF3F884-F0CF-440F-8CB1-B7648AB1B138}">
      <dgm:prSet/>
      <dgm:spPr/>
      <dgm:t>
        <a:bodyPr rtlCol="0"/>
        <a:lstStyle/>
        <a:p>
          <a:pPr rtl="0"/>
          <a:endParaRPr lang="fr-FR" noProof="0" dirty="0"/>
        </a:p>
      </dgm:t>
    </dgm:pt>
    <dgm:pt modelId="{57806726-6E60-4ACC-9C1C-7DF9CC365A10}" type="pres">
      <dgm:prSet presAssocID="{7E5AA53B-3EEE-4DE4-BB81-9044890C2946}" presName="Name0" presStyleCnt="0">
        <dgm:presLayoutVars>
          <dgm:chMax val="7"/>
          <dgm:chPref val="7"/>
          <dgm:dir/>
        </dgm:presLayoutVars>
      </dgm:prSet>
      <dgm:spPr/>
    </dgm:pt>
    <dgm:pt modelId="{90561C55-3C6E-4D53-85E1-2C50BCDDA392}" type="pres">
      <dgm:prSet presAssocID="{7E5AA53B-3EEE-4DE4-BB81-9044890C2946}" presName="Name1" presStyleCnt="0"/>
      <dgm:spPr/>
    </dgm:pt>
    <dgm:pt modelId="{B6CD42EC-5AD4-4004-AE5B-47EDA668DAA8}" type="pres">
      <dgm:prSet presAssocID="{7E5AA53B-3EEE-4DE4-BB81-9044890C2946}" presName="cycle" presStyleCnt="0"/>
      <dgm:spPr/>
    </dgm:pt>
    <dgm:pt modelId="{963B8EE3-40CC-4A0A-B420-D0BF920973CE}" type="pres">
      <dgm:prSet presAssocID="{7E5AA53B-3EEE-4DE4-BB81-9044890C2946}" presName="srcNode" presStyleLbl="node1" presStyleIdx="0" presStyleCnt="3"/>
      <dgm:spPr/>
    </dgm:pt>
    <dgm:pt modelId="{D79B43FC-100B-4A0D-A4D5-0D2D04B99064}" type="pres">
      <dgm:prSet presAssocID="{7E5AA53B-3EEE-4DE4-BB81-9044890C2946}" presName="conn" presStyleLbl="parChTrans1D2" presStyleIdx="0" presStyleCnt="1"/>
      <dgm:spPr/>
    </dgm:pt>
    <dgm:pt modelId="{3CAD8DA1-8D53-445C-ACE8-D8449E4F0F55}" type="pres">
      <dgm:prSet presAssocID="{7E5AA53B-3EEE-4DE4-BB81-9044890C2946}" presName="extraNode" presStyleLbl="node1" presStyleIdx="0" presStyleCnt="3"/>
      <dgm:spPr/>
    </dgm:pt>
    <dgm:pt modelId="{429CABD1-4116-474B-81BF-735E2CA9DD00}" type="pres">
      <dgm:prSet presAssocID="{7E5AA53B-3EEE-4DE4-BB81-9044890C2946}" presName="dstNode" presStyleLbl="node1" presStyleIdx="0" presStyleCnt="3"/>
      <dgm:spPr/>
    </dgm:pt>
    <dgm:pt modelId="{58319267-C71E-43C9-94E1-827D0616C7A7}" type="pres">
      <dgm:prSet presAssocID="{6750AC01-D39D-4F3A-9DC8-2A211EE986A2}" presName="text_1" presStyleLbl="node1" presStyleIdx="0" presStyleCnt="3">
        <dgm:presLayoutVars>
          <dgm:bulletEnabled val="1"/>
        </dgm:presLayoutVars>
      </dgm:prSet>
      <dgm:spPr/>
    </dgm:pt>
    <dgm:pt modelId="{79F9B8A9-2412-4B74-84A9-69422DB81CDC}" type="pres">
      <dgm:prSet presAssocID="{6750AC01-D39D-4F3A-9DC8-2A211EE986A2}" presName="accent_1" presStyleCnt="0"/>
      <dgm:spPr/>
    </dgm:pt>
    <dgm:pt modelId="{07CB3071-D555-47DA-A36A-69EB91531FD8}" type="pres">
      <dgm:prSet presAssocID="{6750AC01-D39D-4F3A-9DC8-2A211EE986A2}" presName="accentRepeatNode" presStyleLbl="solidFgAcc1" presStyleIdx="0" presStyleCnt="3"/>
      <dgm:spPr/>
    </dgm:pt>
    <dgm:pt modelId="{95DE6538-27BD-44AF-A1A8-CA8F6B10FDD2}" type="pres">
      <dgm:prSet presAssocID="{0BEF68B8-1228-47BB-83B5-7B9CD1E3F84E}" presName="text_2" presStyleLbl="node1" presStyleIdx="1" presStyleCnt="3">
        <dgm:presLayoutVars>
          <dgm:bulletEnabled val="1"/>
        </dgm:presLayoutVars>
      </dgm:prSet>
      <dgm:spPr/>
    </dgm:pt>
    <dgm:pt modelId="{312BDEE8-85BD-4F02-B35B-2CC8E701C98B}" type="pres">
      <dgm:prSet presAssocID="{0BEF68B8-1228-47BB-83B5-7B9CD1E3F84E}" presName="accent_2" presStyleCnt="0"/>
      <dgm:spPr/>
    </dgm:pt>
    <dgm:pt modelId="{3F8116AC-FAC3-4E95-9865-93CCFEB191B9}" type="pres">
      <dgm:prSet presAssocID="{0BEF68B8-1228-47BB-83B5-7B9CD1E3F84E}" presName="accentRepeatNode" presStyleLbl="solidFgAcc1" presStyleIdx="1" presStyleCnt="3"/>
      <dgm:spPr/>
    </dgm:pt>
    <dgm:pt modelId="{E131CE4A-9776-44F4-BC03-867682E21374}" type="pres">
      <dgm:prSet presAssocID="{5605D28D-2CE6-4513-8566-952984E21E14}" presName="text_3" presStyleLbl="node1" presStyleIdx="2" presStyleCnt="3">
        <dgm:presLayoutVars>
          <dgm:bulletEnabled val="1"/>
        </dgm:presLayoutVars>
      </dgm:prSet>
      <dgm:spPr/>
    </dgm:pt>
    <dgm:pt modelId="{AC9A216A-8375-48F9-A4E6-8E0B64C0209B}" type="pres">
      <dgm:prSet presAssocID="{5605D28D-2CE6-4513-8566-952984E21E14}" presName="accent_3" presStyleCnt="0"/>
      <dgm:spPr/>
    </dgm:pt>
    <dgm:pt modelId="{A965097E-32F1-4AB8-8C4E-2814A7596B2F}" type="pres">
      <dgm:prSet presAssocID="{5605D28D-2CE6-4513-8566-952984E21E14}" presName="accentRepeatNode" presStyleLbl="solidFgAcc1" presStyleIdx="2" presStyleCnt="3"/>
      <dgm:spPr/>
    </dgm:pt>
  </dgm:ptLst>
  <dgm:cxnLst>
    <dgm:cxn modelId="{A11E3B12-1828-45A7-86C3-BB85832DF84D}" type="presOf" srcId="{CA077D98-8478-47EA-B6A9-99ACE60C64D4}" destId="{D79B43FC-100B-4A0D-A4D5-0D2D04B99064}" srcOrd="0" destOrd="0" presId="urn:microsoft.com/office/officeart/2008/layout/VerticalCurvedList"/>
    <dgm:cxn modelId="{0B5DAE5F-BCDC-4BF7-A6E7-CF856886A64D}" srcId="{7E5AA53B-3EEE-4DE4-BB81-9044890C2946}" destId="{6750AC01-D39D-4F3A-9DC8-2A211EE986A2}" srcOrd="0" destOrd="0" parTransId="{720680DC-AAA4-4434-A582-60EBCC5BA355}" sibTransId="{CA077D98-8478-47EA-B6A9-99ACE60C64D4}"/>
    <dgm:cxn modelId="{29DA474E-5DFA-4C66-882F-319C49ABBB19}" type="presOf" srcId="{6750AC01-D39D-4F3A-9DC8-2A211EE986A2}" destId="{58319267-C71E-43C9-94E1-827D0616C7A7}" srcOrd="0" destOrd="0" presId="urn:microsoft.com/office/officeart/2008/layout/VerticalCurvedList"/>
    <dgm:cxn modelId="{7084AA77-BACB-46CB-AE4A-77B62D3ED1AF}" type="presOf" srcId="{5605D28D-2CE6-4513-8566-952984E21E14}" destId="{E131CE4A-9776-44F4-BC03-867682E21374}" srcOrd="0" destOrd="0" presId="urn:microsoft.com/office/officeart/2008/layout/VerticalCurvedList"/>
    <dgm:cxn modelId="{EDEF4F82-1237-4639-A0F7-385C1897CE66}" srcId="{7E5AA53B-3EEE-4DE4-BB81-9044890C2946}" destId="{0BEF68B8-1228-47BB-83B5-7B9CD1E3F84E}" srcOrd="1" destOrd="0" parTransId="{ED3A4BC2-B75A-4952-A38B-A42B5995DF05}" sibTransId="{FD949706-EDCC-4ADC-8EDF-8EDA49C92325}"/>
    <dgm:cxn modelId="{FAF3F884-F0CF-440F-8CB1-B7648AB1B138}" srcId="{7E5AA53B-3EEE-4DE4-BB81-9044890C2946}" destId="{5605D28D-2CE6-4513-8566-952984E21E14}" srcOrd="2" destOrd="0" parTransId="{EB15AB98-362B-4E70-A3DA-995FC3E8BA79}" sibTransId="{823D1971-2C4D-4EC5-A874-2F463DE37109}"/>
    <dgm:cxn modelId="{4F65CC8F-B5A8-40BE-A32B-05862B543D6A}" type="presOf" srcId="{7E5AA53B-3EEE-4DE4-BB81-9044890C2946}" destId="{57806726-6E60-4ACC-9C1C-7DF9CC365A10}" srcOrd="0" destOrd="0" presId="urn:microsoft.com/office/officeart/2008/layout/VerticalCurvedList"/>
    <dgm:cxn modelId="{4A378892-5CCC-4F0D-8A38-4BEAECF30F24}" type="presOf" srcId="{0BEF68B8-1228-47BB-83B5-7B9CD1E3F84E}" destId="{95DE6538-27BD-44AF-A1A8-CA8F6B10FDD2}" srcOrd="0" destOrd="0" presId="urn:microsoft.com/office/officeart/2008/layout/VerticalCurvedList"/>
    <dgm:cxn modelId="{4E25B52E-70EF-4A0F-B410-0B49263AF380}" type="presParOf" srcId="{57806726-6E60-4ACC-9C1C-7DF9CC365A10}" destId="{90561C55-3C6E-4D53-85E1-2C50BCDDA392}" srcOrd="0" destOrd="0" presId="urn:microsoft.com/office/officeart/2008/layout/VerticalCurvedList"/>
    <dgm:cxn modelId="{2B3DD9E4-EC9C-4B92-B380-F89BF82E7CF3}" type="presParOf" srcId="{90561C55-3C6E-4D53-85E1-2C50BCDDA392}" destId="{B6CD42EC-5AD4-4004-AE5B-47EDA668DAA8}" srcOrd="0" destOrd="0" presId="urn:microsoft.com/office/officeart/2008/layout/VerticalCurvedList"/>
    <dgm:cxn modelId="{EA357085-80A4-4D1D-9BD2-56B1E9A721FB}" type="presParOf" srcId="{B6CD42EC-5AD4-4004-AE5B-47EDA668DAA8}" destId="{963B8EE3-40CC-4A0A-B420-D0BF920973CE}" srcOrd="0" destOrd="0" presId="urn:microsoft.com/office/officeart/2008/layout/VerticalCurvedList"/>
    <dgm:cxn modelId="{F175C6D0-411C-40FD-A19B-860D49F42061}" type="presParOf" srcId="{B6CD42EC-5AD4-4004-AE5B-47EDA668DAA8}" destId="{D79B43FC-100B-4A0D-A4D5-0D2D04B99064}" srcOrd="1" destOrd="0" presId="urn:microsoft.com/office/officeart/2008/layout/VerticalCurvedList"/>
    <dgm:cxn modelId="{794BB944-68C0-47A5-9792-652802EB36AC}" type="presParOf" srcId="{B6CD42EC-5AD4-4004-AE5B-47EDA668DAA8}" destId="{3CAD8DA1-8D53-445C-ACE8-D8449E4F0F55}" srcOrd="2" destOrd="0" presId="urn:microsoft.com/office/officeart/2008/layout/VerticalCurvedList"/>
    <dgm:cxn modelId="{B8CC75C4-3D1A-49E7-80D2-915668C1368C}" type="presParOf" srcId="{B6CD42EC-5AD4-4004-AE5B-47EDA668DAA8}" destId="{429CABD1-4116-474B-81BF-735E2CA9DD00}" srcOrd="3" destOrd="0" presId="urn:microsoft.com/office/officeart/2008/layout/VerticalCurvedList"/>
    <dgm:cxn modelId="{28110BB8-F33F-498C-9A75-98364B05EFA5}" type="presParOf" srcId="{90561C55-3C6E-4D53-85E1-2C50BCDDA392}" destId="{58319267-C71E-43C9-94E1-827D0616C7A7}" srcOrd="1" destOrd="0" presId="urn:microsoft.com/office/officeart/2008/layout/VerticalCurvedList"/>
    <dgm:cxn modelId="{3866F6C9-5521-48F2-B6C3-40C9896E1605}" type="presParOf" srcId="{90561C55-3C6E-4D53-85E1-2C50BCDDA392}" destId="{79F9B8A9-2412-4B74-84A9-69422DB81CDC}" srcOrd="2" destOrd="0" presId="urn:microsoft.com/office/officeart/2008/layout/VerticalCurvedList"/>
    <dgm:cxn modelId="{D2205A4F-BB7A-4399-BC2F-78E18EC6EAFE}" type="presParOf" srcId="{79F9B8A9-2412-4B74-84A9-69422DB81CDC}" destId="{07CB3071-D555-47DA-A36A-69EB91531FD8}" srcOrd="0" destOrd="0" presId="urn:microsoft.com/office/officeart/2008/layout/VerticalCurvedList"/>
    <dgm:cxn modelId="{602753E6-8A03-492B-861A-6B9532B5AA28}" type="presParOf" srcId="{90561C55-3C6E-4D53-85E1-2C50BCDDA392}" destId="{95DE6538-27BD-44AF-A1A8-CA8F6B10FDD2}" srcOrd="3" destOrd="0" presId="urn:microsoft.com/office/officeart/2008/layout/VerticalCurvedList"/>
    <dgm:cxn modelId="{AEC540A3-E86A-4075-8BE4-263F4AFF4EA1}" type="presParOf" srcId="{90561C55-3C6E-4D53-85E1-2C50BCDDA392}" destId="{312BDEE8-85BD-4F02-B35B-2CC8E701C98B}" srcOrd="4" destOrd="0" presId="urn:microsoft.com/office/officeart/2008/layout/VerticalCurvedList"/>
    <dgm:cxn modelId="{CD5D1014-B7CB-4B47-9A02-5FBF90928A73}" type="presParOf" srcId="{312BDEE8-85BD-4F02-B35B-2CC8E701C98B}" destId="{3F8116AC-FAC3-4E95-9865-93CCFEB191B9}" srcOrd="0" destOrd="0" presId="urn:microsoft.com/office/officeart/2008/layout/VerticalCurvedList"/>
    <dgm:cxn modelId="{987EB7C0-CA3E-4874-85E0-01E9060A2D35}" type="presParOf" srcId="{90561C55-3C6E-4D53-85E1-2C50BCDDA392}" destId="{E131CE4A-9776-44F4-BC03-867682E21374}" srcOrd="5" destOrd="0" presId="urn:microsoft.com/office/officeart/2008/layout/VerticalCurvedList"/>
    <dgm:cxn modelId="{91E55363-8DCA-455E-A203-06A9410994CB}" type="presParOf" srcId="{90561C55-3C6E-4D53-85E1-2C50BCDDA392}" destId="{AC9A216A-8375-48F9-A4E6-8E0B64C0209B}" srcOrd="6" destOrd="0" presId="urn:microsoft.com/office/officeart/2008/layout/VerticalCurvedList"/>
    <dgm:cxn modelId="{D866D586-1293-4049-B6E3-B467C1D5ED64}" type="presParOf" srcId="{AC9A216A-8375-48F9-A4E6-8E0B64C0209B}" destId="{A965097E-32F1-4AB8-8C4E-2814A7596B2F}" srcOrd="0" destOrd="0" presId="urn:microsoft.com/office/officeart/2008/layout/VerticalCurvedLis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9A8DC21-3E65-409D-AD53-DA51BB9198A0}">
      <dsp:nvSpPr>
        <dsp:cNvPr id="0" name=""/>
        <dsp:cNvSpPr/>
      </dsp:nvSpPr>
      <dsp:spPr>
        <a:xfrm>
          <a:off x="523237" y="494935"/>
          <a:ext cx="2285995" cy="2285995"/>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A99B5DD6-89E9-4537-B415-4205CEB9323A}">
      <dsp:nvSpPr>
        <dsp:cNvPr id="0" name=""/>
        <dsp:cNvSpPr/>
      </dsp:nvSpPr>
      <dsp:spPr>
        <a:xfrm>
          <a:off x="54818"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Réseau</a:t>
          </a:r>
        </a:p>
      </dsp:txBody>
      <dsp:txXfrm>
        <a:off x="54818" y="2746269"/>
        <a:ext cx="3222832" cy="720000"/>
      </dsp:txXfrm>
    </dsp:sp>
    <dsp:sp modelId="{CE9DF0E8-B0DE-4E1E-9FF4-6006AD8428DB}">
      <dsp:nvSpPr>
        <dsp:cNvPr id="0" name=""/>
        <dsp:cNvSpPr/>
      </dsp:nvSpPr>
      <dsp:spPr>
        <a:xfrm>
          <a:off x="4310064" y="494935"/>
          <a:ext cx="2285995" cy="228599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55120873-6F5C-4053-8EAD-6287A7F1097E}">
      <dsp:nvSpPr>
        <dsp:cNvPr id="0" name=""/>
        <dsp:cNvSpPr/>
      </dsp:nvSpPr>
      <dsp:spPr>
        <a:xfrm>
          <a:off x="3841646"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Satellite</a:t>
          </a:r>
        </a:p>
      </dsp:txBody>
      <dsp:txXfrm>
        <a:off x="3841646" y="2746269"/>
        <a:ext cx="3222832" cy="720000"/>
      </dsp:txXfrm>
    </dsp:sp>
    <dsp:sp modelId="{6DB1FE51-13D0-4A38-AD6E-48D4371A1AF3}">
      <dsp:nvSpPr>
        <dsp:cNvPr id="0" name=""/>
        <dsp:cNvSpPr/>
      </dsp:nvSpPr>
      <dsp:spPr>
        <a:xfrm>
          <a:off x="8096892" y="494935"/>
          <a:ext cx="2285995" cy="228599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rcRect/>
          <a:stretch>
            <a:fillRect/>
          </a:stretch>
        </a:blipFill>
        <a:ln w="22225" cap="rnd" cmpd="sng" algn="ctr">
          <a:noFill/>
          <a:prstDash val="solid"/>
        </a:ln>
        <a:effectLst/>
      </dsp:spPr>
      <dsp:style>
        <a:lnRef idx="2">
          <a:scrgbClr r="0" g="0" b="0"/>
        </a:lnRef>
        <a:fillRef idx="1">
          <a:scrgbClr r="0" g="0" b="0"/>
        </a:fillRef>
        <a:effectRef idx="0">
          <a:scrgbClr r="0" g="0" b="0"/>
        </a:effectRef>
        <a:fontRef idx="minor">
          <a:schemeClr val="lt1"/>
        </a:fontRef>
      </dsp:style>
    </dsp:sp>
    <dsp:sp modelId="{133097FC-B1F8-4953-B0AB-E8E73D968D1C}">
      <dsp:nvSpPr>
        <dsp:cNvPr id="0" name=""/>
        <dsp:cNvSpPr/>
      </dsp:nvSpPr>
      <dsp:spPr>
        <a:xfrm>
          <a:off x="7628474" y="2746269"/>
          <a:ext cx="3222832"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Liaison</a:t>
          </a:r>
        </a:p>
      </dsp:txBody>
      <dsp:txXfrm>
        <a:off x="7628474" y="2746269"/>
        <a:ext cx="3222832"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79B43FC-100B-4A0D-A4D5-0D2D04B99064}">
      <dsp:nvSpPr>
        <dsp:cNvPr id="0" name=""/>
        <dsp:cNvSpPr/>
      </dsp:nvSpPr>
      <dsp:spPr>
        <a:xfrm>
          <a:off x="-4028574" y="-618397"/>
          <a:ext cx="4800732" cy="4800732"/>
        </a:xfrm>
        <a:prstGeom prst="blockArc">
          <a:avLst>
            <a:gd name="adj1" fmla="val 18900000"/>
            <a:gd name="adj2" fmla="val 2700000"/>
            <a:gd name="adj3" fmla="val 450"/>
          </a:avLst>
        </a:prstGeom>
        <a:noFill/>
        <a:ln w="12700" cap="rnd" cmpd="sng" algn="ctr">
          <a:solidFill>
            <a:schemeClr val="accent2">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58319267-C71E-43C9-94E1-827D0616C7A7}">
      <dsp:nvSpPr>
        <dsp:cNvPr id="0" name=""/>
        <dsp:cNvSpPr/>
      </dsp:nvSpPr>
      <dsp:spPr>
        <a:xfrm>
          <a:off x="496568" y="356393"/>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Cloud	</a:t>
          </a:r>
        </a:p>
      </dsp:txBody>
      <dsp:txXfrm>
        <a:off x="496568" y="356393"/>
        <a:ext cx="6310391" cy="712787"/>
      </dsp:txXfrm>
    </dsp:sp>
    <dsp:sp modelId="{07CB3071-D555-47DA-A36A-69EB91531FD8}">
      <dsp:nvSpPr>
        <dsp:cNvPr id="0" name=""/>
        <dsp:cNvSpPr/>
      </dsp:nvSpPr>
      <dsp:spPr>
        <a:xfrm>
          <a:off x="51076" y="267295"/>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95DE6538-27BD-44AF-A1A8-CA8F6B10FDD2}">
      <dsp:nvSpPr>
        <dsp:cNvPr id="0" name=""/>
        <dsp:cNvSpPr/>
      </dsp:nvSpPr>
      <dsp:spPr>
        <a:xfrm>
          <a:off x="755666" y="1425575"/>
          <a:ext cx="6051292"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Locales</a:t>
          </a:r>
        </a:p>
      </dsp:txBody>
      <dsp:txXfrm>
        <a:off x="755666" y="1425575"/>
        <a:ext cx="6051292" cy="712787"/>
      </dsp:txXfrm>
    </dsp:sp>
    <dsp:sp modelId="{3F8116AC-FAC3-4E95-9865-93CCFEB191B9}">
      <dsp:nvSpPr>
        <dsp:cNvPr id="0" name=""/>
        <dsp:cNvSpPr/>
      </dsp:nvSpPr>
      <dsp:spPr>
        <a:xfrm>
          <a:off x="310174" y="1336476"/>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 modelId="{E131CE4A-9776-44F4-BC03-867682E21374}">
      <dsp:nvSpPr>
        <dsp:cNvPr id="0" name=""/>
        <dsp:cNvSpPr/>
      </dsp:nvSpPr>
      <dsp:spPr>
        <a:xfrm>
          <a:off x="496568" y="2494756"/>
          <a:ext cx="6310391" cy="712787"/>
        </a:xfrm>
        <a:prstGeom prst="rect">
          <a:avLst/>
        </a:prstGeom>
        <a:gradFill rotWithShape="0">
          <a:gsLst>
            <a:gs pos="0">
              <a:schemeClr val="accent2">
                <a:hueOff val="0"/>
                <a:satOff val="0"/>
                <a:lumOff val="0"/>
                <a:alphaOff val="0"/>
                <a:tint val="98000"/>
                <a:lumMod val="110000"/>
              </a:schemeClr>
            </a:gs>
            <a:gs pos="84000">
              <a:schemeClr val="accent2">
                <a:hueOff val="0"/>
                <a:satOff val="0"/>
                <a:lumOff val="0"/>
                <a:alphaOff val="0"/>
                <a:shade val="90000"/>
                <a:lumMod val="88000"/>
              </a:schemeClr>
            </a:gs>
          </a:gsLst>
          <a:lin ang="5400000" scaled="0"/>
        </a:gradFill>
        <a:ln>
          <a:noFill/>
        </a:ln>
        <a:effectLst>
          <a:outerShdw blurRad="38100" dist="25400" dir="5400000" rotWithShape="0">
            <a:srgbClr val="000000">
              <a:alpha val="5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565775" tIns="88900" rIns="88900" bIns="88900" numCol="1" spcCol="1270" rtlCol="0" anchor="ctr" anchorCtr="0">
          <a:noAutofit/>
        </a:bodyPr>
        <a:lstStyle/>
        <a:p>
          <a:pPr marL="0" lvl="0" indent="0" algn="l" defTabSz="1555750" rtl="0">
            <a:lnSpc>
              <a:spcPct val="100000"/>
            </a:lnSpc>
            <a:spcBef>
              <a:spcPct val="0"/>
            </a:spcBef>
            <a:spcAft>
              <a:spcPct val="35000"/>
            </a:spcAft>
            <a:buNone/>
          </a:pPr>
          <a:r>
            <a:rPr lang="fr-FR" sz="3500" kern="1200" noProof="0" dirty="0"/>
            <a:t>Hybrides</a:t>
          </a:r>
        </a:p>
      </dsp:txBody>
      <dsp:txXfrm>
        <a:off x="496568" y="2494756"/>
        <a:ext cx="6310391" cy="712787"/>
      </dsp:txXfrm>
    </dsp:sp>
    <dsp:sp modelId="{A965097E-32F1-4AB8-8C4E-2814A7596B2F}">
      <dsp:nvSpPr>
        <dsp:cNvPr id="0" name=""/>
        <dsp:cNvSpPr/>
      </dsp:nvSpPr>
      <dsp:spPr>
        <a:xfrm>
          <a:off x="51076" y="2405658"/>
          <a:ext cx="890984" cy="890984"/>
        </a:xfrm>
        <a:prstGeom prst="ellipse">
          <a:avLst/>
        </a:prstGeom>
        <a:solidFill>
          <a:schemeClr val="lt1">
            <a:hueOff val="0"/>
            <a:satOff val="0"/>
            <a:lumOff val="0"/>
            <a:alphaOff val="0"/>
          </a:schemeClr>
        </a:solidFill>
        <a:ln w="12700" cap="rnd" cmpd="sng" algn="ctr">
          <a:solidFill>
            <a:schemeClr val="accent2">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Liste d’étiquettes d’icônes"/>
  <dgm:desc val="Permet de représenter des blocs d’informations non séquentiels ou groupés accompagnés d’éléments visuels associés. Fonctionne de manière optimale avec des icônes ou de petites images avec de courtes légendes de texte."/>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FF81CEA5-62FD-4C83-BDE3-91DFB9827D8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3FA1CBFD-6AD0-48C4-B91B-58830F6F4C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3367168-A7C3-4A51-ACFE-4D76B720982F}" type="datetime1">
              <a:rPr lang="fr-FR" smtClean="0"/>
              <a:t>02/06/2026</a:t>
            </a:fld>
            <a:endParaRPr lang="fr-FR"/>
          </a:p>
        </p:txBody>
      </p:sp>
      <p:sp>
        <p:nvSpPr>
          <p:cNvPr id="4" name="Espace réservé du pied de page 3">
            <a:extLst>
              <a:ext uri="{FF2B5EF4-FFF2-40B4-BE49-F238E27FC236}">
                <a16:creationId xmlns:a16="http://schemas.microsoft.com/office/drawing/2014/main" id="{A9E55D22-46A3-4B8C-AD40-252FE7896C3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E70DCEF-9071-4B17-801B-37B4465C8E1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D90168E-626C-4E60-93C0-A00D25609468}" type="slidenum">
              <a:rPr lang="fr-FR" smtClean="0"/>
              <a:t>‹N°›</a:t>
            </a:fld>
            <a:endParaRPr lang="fr-FR"/>
          </a:p>
        </p:txBody>
      </p:sp>
    </p:spTree>
    <p:extLst>
      <p:ext uri="{BB962C8B-B14F-4D97-AF65-F5344CB8AC3E}">
        <p14:creationId xmlns:p14="http://schemas.microsoft.com/office/powerpoint/2010/main" val="374934770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CB4F1169-1988-463B-A52C-EF5C9A50040C}" type="datetime1">
              <a:rPr lang="fr-FR" noProof="0" smtClean="0"/>
              <a:t>02/06/2026</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C6B3AB32-59DF-41F1-9618-EDFBF5049629}" type="slidenum">
              <a:rPr lang="fr-FR" noProof="0" smtClean="0"/>
              <a:t>‹N°›</a:t>
            </a:fld>
            <a:endParaRPr lang="fr-FR" noProof="0"/>
          </a:p>
        </p:txBody>
      </p:sp>
    </p:spTree>
    <p:extLst>
      <p:ext uri="{BB962C8B-B14F-4D97-AF65-F5344CB8AC3E}">
        <p14:creationId xmlns:p14="http://schemas.microsoft.com/office/powerpoint/2010/main" val="366180564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a:t>
            </a:fld>
            <a:endParaRPr lang="fr-FR"/>
          </a:p>
        </p:txBody>
      </p:sp>
    </p:spTree>
    <p:extLst>
      <p:ext uri="{BB962C8B-B14F-4D97-AF65-F5344CB8AC3E}">
        <p14:creationId xmlns:p14="http://schemas.microsoft.com/office/powerpoint/2010/main" val="13900470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8</a:t>
            </a:fld>
            <a:endParaRPr lang="fr-FR"/>
          </a:p>
        </p:txBody>
      </p:sp>
    </p:spTree>
    <p:extLst>
      <p:ext uri="{BB962C8B-B14F-4D97-AF65-F5344CB8AC3E}">
        <p14:creationId xmlns:p14="http://schemas.microsoft.com/office/powerpoint/2010/main" val="4319275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a:p>
        </p:txBody>
      </p:sp>
      <p:sp>
        <p:nvSpPr>
          <p:cNvPr id="4" name="Espace réservé du numéro de diapositive 3"/>
          <p:cNvSpPr>
            <a:spLocks noGrp="1"/>
          </p:cNvSpPr>
          <p:nvPr>
            <p:ph type="sldNum" sz="quarter" idx="5"/>
          </p:nvPr>
        </p:nvSpPr>
        <p:spPr/>
        <p:txBody>
          <a:bodyPr/>
          <a:lstStyle/>
          <a:p>
            <a:pPr rtl="0"/>
            <a:fld id="{C6B3AB32-59DF-41F1-9618-EDFBF5049629}" type="slidenum">
              <a:rPr lang="fr-FR" smtClean="0"/>
              <a:t>9</a:t>
            </a:fld>
            <a:endParaRPr lang="fr-FR"/>
          </a:p>
        </p:txBody>
      </p:sp>
    </p:spTree>
    <p:extLst>
      <p:ext uri="{BB962C8B-B14F-4D97-AF65-F5344CB8AC3E}">
        <p14:creationId xmlns:p14="http://schemas.microsoft.com/office/powerpoint/2010/main" val="2289636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10</a:t>
            </a:fld>
            <a:endParaRPr lang="fr-FR"/>
          </a:p>
        </p:txBody>
      </p:sp>
    </p:spTree>
    <p:extLst>
      <p:ext uri="{BB962C8B-B14F-4D97-AF65-F5344CB8AC3E}">
        <p14:creationId xmlns:p14="http://schemas.microsoft.com/office/powerpoint/2010/main" val="35051155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commentaires 2"/>
          <p:cNvSpPr>
            <a:spLocks noGrp="1"/>
          </p:cNvSpPr>
          <p:nvPr>
            <p:ph type="body" idx="1"/>
          </p:nvPr>
        </p:nvSpPr>
        <p:spPr/>
        <p:txBody>
          <a:bodyPr rtlCol="0"/>
          <a:lstStyle/>
          <a:p>
            <a:pPr rtl="0"/>
            <a:endParaRPr lang="fr-FR"/>
          </a:p>
        </p:txBody>
      </p:sp>
      <p:sp>
        <p:nvSpPr>
          <p:cNvPr id="4" name="Espace réservé du numéro de diapositive 3"/>
          <p:cNvSpPr>
            <a:spLocks noGrp="1"/>
          </p:cNvSpPr>
          <p:nvPr>
            <p:ph type="sldNum" sz="quarter" idx="5"/>
          </p:nvPr>
        </p:nvSpPr>
        <p:spPr/>
        <p:txBody>
          <a:bodyPr rtlCol="0"/>
          <a:lstStyle/>
          <a:p>
            <a:pPr rtl="0"/>
            <a:fld id="{C6B3AB32-59DF-41F1-9618-EDFBF5049629}" type="slidenum">
              <a:rPr lang="fr-FR" smtClean="0"/>
              <a:t>11</a:t>
            </a:fld>
            <a:endParaRPr lang="fr-FR"/>
          </a:p>
        </p:txBody>
      </p:sp>
    </p:spTree>
    <p:extLst>
      <p:ext uri="{BB962C8B-B14F-4D97-AF65-F5344CB8AC3E}">
        <p14:creationId xmlns:p14="http://schemas.microsoft.com/office/powerpoint/2010/main" val="10467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7" name="Rectangle 6"/>
          <p:cNvSpPr/>
          <p:nvPr/>
        </p:nvSpPr>
        <p:spPr>
          <a:xfrm>
            <a:off x="446534" y="3085765"/>
            <a:ext cx="11262866" cy="3304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ctrTitle"/>
          </p:nvPr>
        </p:nvSpPr>
        <p:spPr>
          <a:xfrm>
            <a:off x="581191" y="1020431"/>
            <a:ext cx="10993549" cy="1475013"/>
          </a:xfrm>
          <a:effectLst/>
        </p:spPr>
        <p:txBody>
          <a:bodyPr rtlCol="0" anchor="b">
            <a:normAutofit/>
          </a:bodyPr>
          <a:lstStyle>
            <a:lvl1pPr>
              <a:defRPr sz="3600">
                <a:solidFill>
                  <a:schemeClr val="accent1"/>
                </a:solidFill>
              </a:defRPr>
            </a:lvl1pPr>
          </a:lstStyle>
          <a:p>
            <a:pPr rtl="0"/>
            <a:r>
              <a:rPr lang="fr-FR" noProof="0"/>
              <a:t>Modifiez le style du titre</a:t>
            </a:r>
          </a:p>
        </p:txBody>
      </p:sp>
      <p:sp>
        <p:nvSpPr>
          <p:cNvPr id="3" name="Sous-titre 2"/>
          <p:cNvSpPr>
            <a:spLocks noGrp="1"/>
          </p:cNvSpPr>
          <p:nvPr>
            <p:ph type="subTitle" idx="1"/>
          </p:nvPr>
        </p:nvSpPr>
        <p:spPr>
          <a:xfrm>
            <a:off x="581194" y="2495445"/>
            <a:ext cx="10993546" cy="590321"/>
          </a:xfrm>
        </p:spPr>
        <p:txBody>
          <a:bodyPr rtlCol="0" anchor="t">
            <a:normAutofit/>
          </a:bodyPr>
          <a:lstStyle>
            <a:lvl1pPr marL="0" indent="0" algn="l">
              <a:buNone/>
              <a:defRPr sz="1600" cap="all">
                <a:solidFill>
                  <a:schemeClr val="accent2"/>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rtl="0"/>
            <a:r>
              <a:rPr lang="fr-FR" noProof="0"/>
              <a:t>Modifiez le style des sous-titres du masque</a:t>
            </a:r>
          </a:p>
        </p:txBody>
      </p:sp>
      <p:sp>
        <p:nvSpPr>
          <p:cNvPr id="4" name="Espace réservé de la date 3"/>
          <p:cNvSpPr>
            <a:spLocks noGrp="1"/>
          </p:cNvSpPr>
          <p:nvPr>
            <p:ph type="dt" sz="half" idx="10"/>
          </p:nvPr>
        </p:nvSpPr>
        <p:spPr>
          <a:xfrm>
            <a:off x="7605951" y="5956137"/>
            <a:ext cx="2844800" cy="365125"/>
          </a:xfrm>
        </p:spPr>
        <p:txBody>
          <a:bodyPr rtlCol="0"/>
          <a:lstStyle>
            <a:lvl1pPr>
              <a:defRPr>
                <a:solidFill>
                  <a:schemeClr val="accent1">
                    <a:lumMod val="75000"/>
                    <a:lumOff val="25000"/>
                  </a:schemeClr>
                </a:solidFill>
              </a:defRPr>
            </a:lvl1pPr>
          </a:lstStyle>
          <a:p>
            <a:pPr rtl="0"/>
            <a:fld id="{3F3B20A7-A3FE-46B9-84EA-B4257BA7E60C}" type="datetime1">
              <a:rPr lang="fr-FR" noProof="0" smtClean="0"/>
              <a:t>02/06/2026</a:t>
            </a:fld>
            <a:endParaRPr lang="fr-FR" noProof="0"/>
          </a:p>
        </p:txBody>
      </p:sp>
      <p:sp>
        <p:nvSpPr>
          <p:cNvPr id="5" name="Espace réservé du pied de page 4"/>
          <p:cNvSpPr>
            <a:spLocks noGrp="1"/>
          </p:cNvSpPr>
          <p:nvPr>
            <p:ph type="ftr" sz="quarter" idx="11"/>
          </p:nvPr>
        </p:nvSpPr>
        <p:spPr>
          <a:xfrm>
            <a:off x="581192" y="5951811"/>
            <a:ext cx="6917210" cy="365125"/>
          </a:xfrm>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a:xfrm>
            <a:off x="10558300" y="5956137"/>
            <a:ext cx="1016440"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1030186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7" name="Rectangle 6"/>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contenu 2"/>
          <p:cNvSpPr>
            <a:spLocks noGrp="1"/>
          </p:cNvSpPr>
          <p:nvPr>
            <p:ph idx="1" hasCustomPrompt="1"/>
          </p:nvPr>
        </p:nvSpPr>
        <p:spPr>
          <a:xfrm>
            <a:off x="581192" y="2180496"/>
            <a:ext cx="11029615" cy="3678303"/>
          </a:xfrm>
        </p:spPr>
        <p:txBody>
          <a:bodyPr rtlCol="0"/>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29B34D2F-0B02-482E-ABD2-95D8C2FF2A58}" type="datetime1">
              <a:rPr lang="fr-FR" noProof="0" smtClean="0"/>
              <a:t>02/06/2026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a:xfrm>
            <a:off x="10558300" y="5956137"/>
            <a:ext cx="1052508" cy="365125"/>
          </a:xfrm>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7399816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tête de section">
    <p:spTree>
      <p:nvGrpSpPr>
        <p:cNvPr id="1" name=""/>
        <p:cNvGrpSpPr/>
        <p:nvPr/>
      </p:nvGrpSpPr>
      <p:grpSpPr>
        <a:xfrm>
          <a:off x="0" y="0"/>
          <a:ext cx="0" cy="0"/>
          <a:chOff x="0" y="0"/>
          <a:chExt cx="0" cy="0"/>
        </a:xfrm>
      </p:grpSpPr>
      <p:sp>
        <p:nvSpPr>
          <p:cNvPr id="8" name="Rectangle 7"/>
          <p:cNvSpPr>
            <a:spLocks noChangeAspect="1"/>
          </p:cNvSpPr>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3" y="3043910"/>
            <a:ext cx="11029615" cy="1497507"/>
          </a:xfrm>
        </p:spPr>
        <p:txBody>
          <a:bodyPr rtlCol="0" anchor="b">
            <a:normAutofit/>
          </a:bodyPr>
          <a:lstStyle>
            <a:lvl1pPr algn="l">
              <a:defRPr sz="3600" b="0" cap="all">
                <a:solidFill>
                  <a:schemeClr val="accent1"/>
                </a:solidFill>
              </a:defRPr>
            </a:lvl1pPr>
          </a:lstStyle>
          <a:p>
            <a:pPr rtl="0"/>
            <a:r>
              <a:rPr lang="fr-FR" noProof="0"/>
              <a:t>Modifiez le style du titre</a:t>
            </a:r>
          </a:p>
        </p:txBody>
      </p:sp>
      <p:sp>
        <p:nvSpPr>
          <p:cNvPr id="3" name="Espace réservé du texte 2"/>
          <p:cNvSpPr>
            <a:spLocks noGrp="1"/>
          </p:cNvSpPr>
          <p:nvPr>
            <p:ph type="body" idx="1" hasCustomPrompt="1"/>
          </p:nvPr>
        </p:nvSpPr>
        <p:spPr>
          <a:xfrm>
            <a:off x="581192" y="4541417"/>
            <a:ext cx="11029615" cy="600556"/>
          </a:xfrm>
        </p:spPr>
        <p:txBody>
          <a:bodyPr rtlCol="0" anchor="t">
            <a:normAutofit/>
          </a:bodyPr>
          <a:lstStyle>
            <a:lvl1pPr marL="0" indent="0" algn="l">
              <a:buNone/>
              <a:defRPr sz="1800" cap="all">
                <a:solidFill>
                  <a:schemeClr val="accent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rtl="0"/>
            <a:r>
              <a:rPr lang="fr-FR" noProof="0"/>
              <a:t>Modifiez les styles du texte du masque</a:t>
            </a:r>
          </a:p>
        </p:txBody>
      </p:sp>
      <p:sp>
        <p:nvSpPr>
          <p:cNvPr id="4" name="Espace réservé de la date 3"/>
          <p:cNvSpPr>
            <a:spLocks noGrp="1"/>
          </p:cNvSpPr>
          <p:nvPr>
            <p:ph type="dt" sz="half" idx="10"/>
          </p:nvPr>
        </p:nvSpPr>
        <p:spPr/>
        <p:txBody>
          <a:bodyPr rtlCol="0"/>
          <a:lstStyle>
            <a:lvl1pPr>
              <a:defRPr>
                <a:solidFill>
                  <a:schemeClr val="accent1">
                    <a:lumMod val="75000"/>
                    <a:lumOff val="25000"/>
                  </a:schemeClr>
                </a:solidFill>
              </a:defRPr>
            </a:lvl1pPr>
          </a:lstStyle>
          <a:p>
            <a:pPr rtl="0"/>
            <a:fld id="{126ECFBB-4871-428F-B4AE-1EF357E63674}" type="datetime1">
              <a:rPr lang="fr-FR" noProof="0" smtClean="0"/>
              <a:t>02/06/2026</a:t>
            </a:fld>
            <a:endParaRPr lang="fr-FR" noProof="0"/>
          </a:p>
        </p:txBody>
      </p:sp>
      <p:sp>
        <p:nvSpPr>
          <p:cNvPr id="5" name="Espace réservé du pied de page 4"/>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6" name="Espace réservé du numéro de diapositive 5"/>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9092908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8" name="Rectangle 7"/>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contenu 2"/>
          <p:cNvSpPr>
            <a:spLocks noGrp="1"/>
          </p:cNvSpPr>
          <p:nvPr>
            <p:ph sz="half" idx="1" hasCustomPrompt="1"/>
          </p:nvPr>
        </p:nvSpPr>
        <p:spPr>
          <a:xfrm>
            <a:off x="581193" y="2228003"/>
            <a:ext cx="5422390"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contenu 3"/>
          <p:cNvSpPr>
            <a:spLocks noGrp="1"/>
          </p:cNvSpPr>
          <p:nvPr>
            <p:ph sz="half" idx="2" hasCustomPrompt="1"/>
          </p:nvPr>
        </p:nvSpPr>
        <p:spPr>
          <a:xfrm>
            <a:off x="6188417" y="2228003"/>
            <a:ext cx="5422392" cy="3633047"/>
          </a:xfrm>
        </p:spPr>
        <p:txBody>
          <a:bodyPr rtlCol="0">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e la date 4"/>
          <p:cNvSpPr>
            <a:spLocks noGrp="1"/>
          </p:cNvSpPr>
          <p:nvPr>
            <p:ph type="dt" sz="half" idx="10"/>
          </p:nvPr>
        </p:nvSpPr>
        <p:spPr/>
        <p:txBody>
          <a:bodyPr rtlCol="0"/>
          <a:lstStyle/>
          <a:p>
            <a:pPr rtl="0"/>
            <a:fld id="{75517F14-0D9C-452E-A596-36902551AE9C}" type="datetime1">
              <a:rPr lang="fr-FR" noProof="0" smtClean="0"/>
              <a:t>02/06/2026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6871674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11" name="Rectangle 10"/>
          <p:cNvSpPr>
            <a:spLocks noChangeAspect="1"/>
          </p:cNvSpPr>
          <p:nvPr/>
        </p:nvSpPr>
        <p:spPr>
          <a:xfrm>
            <a:off x="445982"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2" name="Titre 1"/>
          <p:cNvSpPr>
            <a:spLocks noGrp="1"/>
          </p:cNvSpPr>
          <p:nvPr>
            <p:ph type="title"/>
          </p:nvPr>
        </p:nvSpPr>
        <p:spPr>
          <a:xfrm>
            <a:off x="581193" y="729658"/>
            <a:ext cx="11029616" cy="988332"/>
          </a:xfrm>
        </p:spPr>
        <p:txBody>
          <a:bodyPr rtlCol="0"/>
          <a:lstStyle/>
          <a:p>
            <a:pPr rtl="0"/>
            <a:r>
              <a:rPr lang="fr-FR" noProof="0"/>
              <a:t>Modifiez le style du titre</a:t>
            </a:r>
          </a:p>
        </p:txBody>
      </p:sp>
      <p:sp>
        <p:nvSpPr>
          <p:cNvPr id="3" name="Espace réservé du texte 2"/>
          <p:cNvSpPr>
            <a:spLocks noGrp="1"/>
          </p:cNvSpPr>
          <p:nvPr>
            <p:ph type="body" idx="1" hasCustomPrompt="1"/>
          </p:nvPr>
        </p:nvSpPr>
        <p:spPr>
          <a:xfrm>
            <a:off x="887219" y="2250892"/>
            <a:ext cx="5087075" cy="536005"/>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4" name="Espace réservé du contenu 3"/>
          <p:cNvSpPr>
            <a:spLocks noGrp="1"/>
          </p:cNvSpPr>
          <p:nvPr>
            <p:ph sz="half" idx="2" hasCustomPrompt="1"/>
          </p:nvPr>
        </p:nvSpPr>
        <p:spPr>
          <a:xfrm>
            <a:off x="581194"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5" name="Espace réservé du texte 4"/>
          <p:cNvSpPr>
            <a:spLocks noGrp="1"/>
          </p:cNvSpPr>
          <p:nvPr>
            <p:ph type="body" sz="quarter" idx="3" hasCustomPrompt="1"/>
          </p:nvPr>
        </p:nvSpPr>
        <p:spPr>
          <a:xfrm>
            <a:off x="6523735" y="2250892"/>
            <a:ext cx="5087073" cy="553373"/>
          </a:xfrm>
        </p:spPr>
        <p:txBody>
          <a:bodyPr rtlCol="0" anchor="b">
            <a:noAutofit/>
          </a:bodyPr>
          <a:lstStyle>
            <a:lvl1pPr marL="0" indent="0">
              <a:buNone/>
              <a:defRPr sz="2200" b="0">
                <a:solidFill>
                  <a:schemeClr val="accent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rtl="0"/>
            <a:r>
              <a:rPr lang="fr-FR" noProof="0"/>
              <a:t>Modifiez les styles du texte du masque</a:t>
            </a:r>
          </a:p>
        </p:txBody>
      </p:sp>
      <p:sp>
        <p:nvSpPr>
          <p:cNvPr id="6" name="Espace réservé du contenu 5"/>
          <p:cNvSpPr>
            <a:spLocks noGrp="1"/>
          </p:cNvSpPr>
          <p:nvPr>
            <p:ph sz="quarter" idx="4" hasCustomPrompt="1"/>
          </p:nvPr>
        </p:nvSpPr>
        <p:spPr>
          <a:xfrm>
            <a:off x="6217709" y="2926052"/>
            <a:ext cx="5393100" cy="2934999"/>
          </a:xfrm>
        </p:spPr>
        <p:txBody>
          <a:bodyPr rtlCol="0" anchor="t">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7" name="Espace réservé de la date 6"/>
          <p:cNvSpPr>
            <a:spLocks noGrp="1"/>
          </p:cNvSpPr>
          <p:nvPr>
            <p:ph type="dt" sz="half" idx="10"/>
          </p:nvPr>
        </p:nvSpPr>
        <p:spPr/>
        <p:txBody>
          <a:bodyPr rtlCol="0"/>
          <a:lstStyle/>
          <a:p>
            <a:pPr rtl="0"/>
            <a:fld id="{FA9BF800-A62B-4735-B9A7-5450007C0A78}" type="datetime1">
              <a:rPr lang="fr-FR" noProof="0" smtClean="0"/>
              <a:t>02/06/2026</a:t>
            </a:fld>
            <a:endParaRPr lang="fr-FR" noProof="0"/>
          </a:p>
        </p:txBody>
      </p:sp>
      <p:sp>
        <p:nvSpPr>
          <p:cNvPr id="8" name="Espace réservé du pied de page 7"/>
          <p:cNvSpPr>
            <a:spLocks noGrp="1"/>
          </p:cNvSpPr>
          <p:nvPr>
            <p:ph type="ftr" sz="quarter" idx="11"/>
          </p:nvPr>
        </p:nvSpPr>
        <p:spPr/>
        <p:txBody>
          <a:bodyPr rtlCol="0"/>
          <a:lstStyle/>
          <a:p>
            <a:pPr rtl="0"/>
            <a:endParaRPr lang="fr-FR" noProof="0"/>
          </a:p>
        </p:txBody>
      </p:sp>
      <p:sp>
        <p:nvSpPr>
          <p:cNvPr id="9" name="Espace réservé du numéro de diapositive 8"/>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428574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uniquement">
    <p:spTree>
      <p:nvGrpSpPr>
        <p:cNvPr id="1" name=""/>
        <p:cNvGrpSpPr/>
        <p:nvPr/>
      </p:nvGrpSpPr>
      <p:grpSpPr>
        <a:xfrm>
          <a:off x="0" y="0"/>
          <a:ext cx="0" cy="0"/>
          <a:chOff x="0" y="0"/>
          <a:chExt cx="0" cy="0"/>
        </a:xfrm>
      </p:grpSpPr>
      <p:sp>
        <p:nvSpPr>
          <p:cNvPr id="3" name="Espace réservé de la date 2"/>
          <p:cNvSpPr>
            <a:spLocks noGrp="1"/>
          </p:cNvSpPr>
          <p:nvPr>
            <p:ph type="dt" sz="half" idx="10"/>
          </p:nvPr>
        </p:nvSpPr>
        <p:spPr/>
        <p:txBody>
          <a:bodyPr rtlCol="0"/>
          <a:lstStyle/>
          <a:p>
            <a:pPr rtl="0"/>
            <a:fld id="{F47267E0-A979-4430-94B4-54611641D8EE}" type="datetime1">
              <a:rPr lang="fr-FR" noProof="0" smtClean="0"/>
              <a:t>02/06/2026</a:t>
            </a:fld>
            <a:endParaRPr lang="fr-FR" noProof="0"/>
          </a:p>
        </p:txBody>
      </p:sp>
      <p:sp>
        <p:nvSpPr>
          <p:cNvPr id="4" name="Espace réservé du pied de page 3"/>
          <p:cNvSpPr>
            <a:spLocks noGrp="1"/>
          </p:cNvSpPr>
          <p:nvPr>
            <p:ph type="ftr" sz="quarter" idx="11"/>
          </p:nvPr>
        </p:nvSpPr>
        <p:spPr/>
        <p:txBody>
          <a:bodyPr rtlCol="0"/>
          <a:lstStyle/>
          <a:p>
            <a:pPr rtl="0"/>
            <a:endParaRPr lang="fr-FR" noProof="0"/>
          </a:p>
        </p:txBody>
      </p:sp>
      <p:sp>
        <p:nvSpPr>
          <p:cNvPr id="5" name="Espace réservé du numéro de diapositive 4"/>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
        <p:nvSpPr>
          <p:cNvPr id="7" name="Rectangle 6"/>
          <p:cNvSpPr>
            <a:spLocks noChangeAspect="1"/>
          </p:cNvSpPr>
          <p:nvPr/>
        </p:nvSpPr>
        <p:spPr>
          <a:xfrm>
            <a:off x="440683" y="606554"/>
            <a:ext cx="11300036"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8" name="Titre 1"/>
          <p:cNvSpPr>
            <a:spLocks noGrp="1"/>
          </p:cNvSpPr>
          <p:nvPr>
            <p:ph type="title"/>
          </p:nvPr>
        </p:nvSpPr>
        <p:spPr>
          <a:xfrm>
            <a:off x="575894" y="729658"/>
            <a:ext cx="11029616" cy="988332"/>
          </a:xfrm>
        </p:spPr>
        <p:txBody>
          <a:bodyPr rtlCol="0"/>
          <a:lstStyle/>
          <a:p>
            <a:pPr rtl="0"/>
            <a:r>
              <a:rPr lang="fr-FR" noProof="0"/>
              <a:t>Modifiez le style du titre</a:t>
            </a:r>
          </a:p>
        </p:txBody>
      </p:sp>
    </p:spTree>
    <p:extLst>
      <p:ext uri="{BB962C8B-B14F-4D97-AF65-F5344CB8AC3E}">
        <p14:creationId xmlns:p14="http://schemas.microsoft.com/office/powerpoint/2010/main" val="11643182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rtlCol="0"/>
          <a:lstStyle/>
          <a:p>
            <a:pPr rtl="0"/>
            <a:fld id="{C58A73B6-B077-488D-82CF-3056D5BAC73E}" type="datetime1">
              <a:rPr lang="fr-FR" noProof="0" smtClean="0"/>
              <a:t>02/06/2026</a:t>
            </a:fld>
            <a:endParaRPr lang="fr-FR" noProof="0"/>
          </a:p>
        </p:txBody>
      </p:sp>
      <p:sp>
        <p:nvSpPr>
          <p:cNvPr id="3" name="Espace réservé du pied de page 2"/>
          <p:cNvSpPr>
            <a:spLocks noGrp="1"/>
          </p:cNvSpPr>
          <p:nvPr>
            <p:ph type="ftr" sz="quarter" idx="11"/>
          </p:nvPr>
        </p:nvSpPr>
        <p:spPr/>
        <p:txBody>
          <a:bodyPr rtlCol="0"/>
          <a:lstStyle/>
          <a:p>
            <a:pPr rtl="0"/>
            <a:endParaRPr lang="fr-FR" noProof="0"/>
          </a:p>
        </p:txBody>
      </p:sp>
      <p:sp>
        <p:nvSpPr>
          <p:cNvPr id="4" name="Espace réservé du numéro de diapositive 3"/>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126904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9" name="Rectangle 8"/>
          <p:cNvSpPr>
            <a:spLocks noChangeAspect="1"/>
          </p:cNvSpPr>
          <p:nvPr/>
        </p:nvSpPr>
        <p:spPr>
          <a:xfrm>
            <a:off x="447817" y="5141973"/>
            <a:ext cx="11298200" cy="127470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p:cNvSpPr>
            <a:spLocks noGrp="1"/>
          </p:cNvSpPr>
          <p:nvPr>
            <p:ph type="title"/>
          </p:nvPr>
        </p:nvSpPr>
        <p:spPr>
          <a:xfrm>
            <a:off x="581192" y="5262296"/>
            <a:ext cx="4909445" cy="689514"/>
          </a:xfrm>
        </p:spPr>
        <p:txBody>
          <a:bodyPr rtlCol="0" anchor="ctr"/>
          <a:lstStyle>
            <a:lvl1pPr algn="l">
              <a:defRPr sz="2000" b="0">
                <a:solidFill>
                  <a:schemeClr val="accent1">
                    <a:lumMod val="75000"/>
                    <a:lumOff val="25000"/>
                  </a:schemeClr>
                </a:solidFill>
              </a:defRPr>
            </a:lvl1pPr>
          </a:lstStyle>
          <a:p>
            <a:pPr rtl="0"/>
            <a:r>
              <a:rPr lang="fr-FR" noProof="0"/>
              <a:t>Modifiez le style du titre</a:t>
            </a:r>
          </a:p>
        </p:txBody>
      </p:sp>
      <p:sp>
        <p:nvSpPr>
          <p:cNvPr id="3" name="Espace réservé du contenu 2"/>
          <p:cNvSpPr>
            <a:spLocks noGrp="1"/>
          </p:cNvSpPr>
          <p:nvPr>
            <p:ph idx="1" hasCustomPrompt="1"/>
          </p:nvPr>
        </p:nvSpPr>
        <p:spPr>
          <a:xfrm>
            <a:off x="447816" y="601200"/>
            <a:ext cx="11292840" cy="4204800"/>
          </a:xfrm>
        </p:spPr>
        <p:txBody>
          <a:bodyPr rtlCol="0" anchor="ctr">
            <a:normAutofit/>
          </a:bodyPr>
          <a:lstStyle>
            <a:lvl1pPr>
              <a:defRPr sz="2000">
                <a:solidFill>
                  <a:schemeClr val="tx2"/>
                </a:solidFill>
              </a:defRPr>
            </a:lvl1pPr>
            <a:lvl2pPr>
              <a:defRPr sz="1800">
                <a:solidFill>
                  <a:schemeClr val="tx2"/>
                </a:solidFill>
              </a:defRPr>
            </a:lvl2pPr>
            <a:lvl3pPr>
              <a:defRPr sz="1600">
                <a:solidFill>
                  <a:schemeClr val="tx2"/>
                </a:solidFill>
              </a:defRPr>
            </a:lvl3pPr>
            <a:lvl4pPr>
              <a:defRPr sz="1400">
                <a:solidFill>
                  <a:schemeClr val="tx2"/>
                </a:solidFill>
              </a:defRPr>
            </a:lvl4pPr>
            <a:lvl5pPr>
              <a:defRPr sz="1400">
                <a:solidFill>
                  <a:schemeClr val="tx2"/>
                </a:solidFill>
              </a:defRPr>
            </a:lvl5pPr>
            <a:lvl6pPr>
              <a:defRPr sz="1400">
                <a:solidFill>
                  <a:schemeClr val="tx2"/>
                </a:solidFill>
              </a:defRPr>
            </a:lvl6pPr>
            <a:lvl7pPr>
              <a:defRPr sz="1400">
                <a:solidFill>
                  <a:schemeClr val="tx2"/>
                </a:solidFill>
              </a:defRPr>
            </a:lvl7pPr>
            <a:lvl8pPr>
              <a:defRPr sz="1400">
                <a:solidFill>
                  <a:schemeClr val="tx2"/>
                </a:solidFill>
              </a:defRPr>
            </a:lvl8pPr>
            <a:lvl9pPr>
              <a:defRPr sz="1400">
                <a:solidFill>
                  <a:schemeClr val="tx2"/>
                </a:solidFill>
              </a:defRPr>
            </a:lvl9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u texte 3"/>
          <p:cNvSpPr>
            <a:spLocks noGrp="1"/>
          </p:cNvSpPr>
          <p:nvPr>
            <p:ph type="body" sz="half" idx="2" hasCustomPrompt="1"/>
          </p:nvPr>
        </p:nvSpPr>
        <p:spPr>
          <a:xfrm>
            <a:off x="5740823" y="5262296"/>
            <a:ext cx="5869987" cy="689515"/>
          </a:xfrm>
        </p:spPr>
        <p:txBody>
          <a:bodyPr rtlCol="0" anchor="ctr">
            <a:normAutofit/>
          </a:bodyPr>
          <a:lstStyle>
            <a:lvl1pPr marL="0" indent="0" algn="r">
              <a:buNone/>
              <a:defRPr sz="1100">
                <a:solidFill>
                  <a:schemeClr val="bg1"/>
                </a:solidFill>
              </a:defRPr>
            </a:lvl1pPr>
            <a:lvl2pPr marL="457200" indent="0">
              <a:buNone/>
              <a:defRPr sz="11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lvl1pPr>
              <a:defRPr>
                <a:solidFill>
                  <a:schemeClr val="accent1">
                    <a:lumMod val="75000"/>
                    <a:lumOff val="25000"/>
                  </a:schemeClr>
                </a:solidFill>
              </a:defRPr>
            </a:lvl1pPr>
          </a:lstStyle>
          <a:p>
            <a:pPr rtl="0"/>
            <a:fld id="{98F108A3-3495-404B-9869-1BA62DF0E465}" type="datetime1">
              <a:rPr lang="fr-FR" noProof="0" smtClean="0"/>
              <a:t>02/06/2026</a:t>
            </a:fld>
            <a:endParaRPr lang="fr-FR" noProof="0"/>
          </a:p>
        </p:txBody>
      </p:sp>
      <p:sp>
        <p:nvSpPr>
          <p:cNvPr id="6" name="Espace réservé du pied de page 5"/>
          <p:cNvSpPr>
            <a:spLocks noGrp="1"/>
          </p:cNvSpPr>
          <p:nvPr>
            <p:ph type="ftr" sz="quarter" idx="11"/>
          </p:nvPr>
        </p:nvSpPr>
        <p:spPr/>
        <p:txBody>
          <a:bodyPr rtlCol="0"/>
          <a:lstStyle>
            <a:lvl1pPr>
              <a:defRPr>
                <a:solidFill>
                  <a:schemeClr val="accent1">
                    <a:lumMod val="75000"/>
                    <a:lumOff val="25000"/>
                  </a:schemeClr>
                </a:solidFill>
              </a:defRPr>
            </a:lvl1pPr>
          </a:lstStyle>
          <a:p>
            <a:pPr rtl="0"/>
            <a:endParaRPr lang="fr-FR" noProof="0"/>
          </a:p>
        </p:txBody>
      </p:sp>
      <p:sp>
        <p:nvSpPr>
          <p:cNvPr id="7" name="Espace réservé du numéro de diapositive 6"/>
          <p:cNvSpPr>
            <a:spLocks noGrp="1"/>
          </p:cNvSpPr>
          <p:nvPr>
            <p:ph type="sldNum" sz="quarter" idx="12"/>
          </p:nvPr>
        </p:nvSpPr>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29232962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581193" y="4693389"/>
            <a:ext cx="11029616" cy="566738"/>
          </a:xfrm>
        </p:spPr>
        <p:txBody>
          <a:bodyPr rtlCol="0" anchor="b">
            <a:normAutofit/>
          </a:bodyPr>
          <a:lstStyle>
            <a:lvl1pPr algn="l">
              <a:defRPr sz="2400" b="0">
                <a:solidFill>
                  <a:schemeClr val="accent1"/>
                </a:solidFill>
              </a:defRPr>
            </a:lvl1pPr>
          </a:lstStyle>
          <a:p>
            <a:pPr rtl="0"/>
            <a:r>
              <a:rPr lang="fr-FR" noProof="0"/>
              <a:t>Modifiez le style du titre</a:t>
            </a:r>
          </a:p>
        </p:txBody>
      </p:sp>
      <p:sp>
        <p:nvSpPr>
          <p:cNvPr id="3" name="Espace réservé d’image 2"/>
          <p:cNvSpPr>
            <a:spLocks noGrp="1" noChangeAspect="1"/>
          </p:cNvSpPr>
          <p:nvPr>
            <p:ph type="pic" idx="1" hasCustomPrompt="1"/>
          </p:nvPr>
        </p:nvSpPr>
        <p:spPr>
          <a:xfrm>
            <a:off x="447817" y="599725"/>
            <a:ext cx="11290859" cy="3557252"/>
          </a:xfrm>
        </p:spPr>
        <p:txBody>
          <a:bodyPr rtlCol="0"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pPr rtl="0"/>
            <a:r>
              <a:rPr lang="fr-FR" noProof="0"/>
              <a:t>Cliquez sur l’icône pour ajouter une image</a:t>
            </a:r>
          </a:p>
        </p:txBody>
      </p:sp>
      <p:sp>
        <p:nvSpPr>
          <p:cNvPr id="4" name="Espace réservé du texte 3"/>
          <p:cNvSpPr>
            <a:spLocks noGrp="1"/>
          </p:cNvSpPr>
          <p:nvPr>
            <p:ph type="body" sz="half" idx="2" hasCustomPrompt="1"/>
          </p:nvPr>
        </p:nvSpPr>
        <p:spPr>
          <a:xfrm>
            <a:off x="581192" y="5260127"/>
            <a:ext cx="11029617" cy="598671"/>
          </a:xfrm>
        </p:spPr>
        <p:txBody>
          <a:bodyPr rtlCol="0">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rtl="0"/>
            <a:r>
              <a:rPr lang="fr-FR" noProof="0"/>
              <a:t>Modifiez les styles du texte du masque</a:t>
            </a:r>
          </a:p>
        </p:txBody>
      </p:sp>
      <p:sp>
        <p:nvSpPr>
          <p:cNvPr id="5" name="Espace réservé de la date 4"/>
          <p:cNvSpPr>
            <a:spLocks noGrp="1"/>
          </p:cNvSpPr>
          <p:nvPr>
            <p:ph type="dt" sz="half" idx="10"/>
          </p:nvPr>
        </p:nvSpPr>
        <p:spPr/>
        <p:txBody>
          <a:bodyPr rtlCol="0"/>
          <a:lstStyle/>
          <a:p>
            <a:pPr rtl="0"/>
            <a:fld id="{94B550F6-4238-41AE-B6F4-4D375745C983}" type="datetime1">
              <a:rPr lang="fr-FR" noProof="0" smtClean="0"/>
              <a:t>02/06/2026</a:t>
            </a:fld>
            <a:endParaRPr lang="fr-FR" noProof="0"/>
          </a:p>
        </p:txBody>
      </p:sp>
      <p:sp>
        <p:nvSpPr>
          <p:cNvPr id="6" name="Espace réservé du pied de page 5"/>
          <p:cNvSpPr>
            <a:spLocks noGrp="1"/>
          </p:cNvSpPr>
          <p:nvPr>
            <p:ph type="ftr" sz="quarter" idx="11"/>
          </p:nvPr>
        </p:nvSpPr>
        <p:spPr/>
        <p:txBody>
          <a:bodyPr rtlCol="0"/>
          <a:lstStyle/>
          <a:p>
            <a:pPr rtl="0"/>
            <a:endParaRPr lang="fr-FR" noProof="0"/>
          </a:p>
        </p:txBody>
      </p:sp>
      <p:sp>
        <p:nvSpPr>
          <p:cNvPr id="7" name="Espace réservé du numéro de diapositive 6"/>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12808037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8" name="Rectangle 7"/>
          <p:cNvSpPr>
            <a:spLocks noChangeAspect="1"/>
          </p:cNvSpPr>
          <p:nvPr/>
        </p:nvSpPr>
        <p:spPr>
          <a:xfrm>
            <a:off x="440286" y="614407"/>
            <a:ext cx="11309338" cy="118929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9" name="Titre 1"/>
          <p:cNvSpPr>
            <a:spLocks noGrp="1"/>
          </p:cNvSpPr>
          <p:nvPr>
            <p:ph type="title"/>
          </p:nvPr>
        </p:nvSpPr>
        <p:spPr>
          <a:xfrm>
            <a:off x="581192" y="702156"/>
            <a:ext cx="11029616" cy="1013800"/>
          </a:xfrm>
        </p:spPr>
        <p:txBody>
          <a:bodyPr rtlCol="0"/>
          <a:lstStyle/>
          <a:p>
            <a:pPr rtl="0"/>
            <a:r>
              <a:rPr lang="fr-FR" noProof="0"/>
              <a:t>Modifiez le style du titre</a:t>
            </a:r>
          </a:p>
        </p:txBody>
      </p:sp>
      <p:sp>
        <p:nvSpPr>
          <p:cNvPr id="3" name="Espace réservé du texte vertical 2"/>
          <p:cNvSpPr>
            <a:spLocks noGrp="1"/>
          </p:cNvSpPr>
          <p:nvPr>
            <p:ph type="body" orient="vert" idx="1" hasCustomPrompt="1"/>
          </p:nvPr>
        </p:nvSpPr>
        <p:spPr/>
        <p:txBody>
          <a:bodyPr vert="eaVert" rtlCol="0" anchor="t"/>
          <a:lstStyle>
            <a:lvl1pPr algn="l">
              <a:defRPr/>
            </a:lvl1pPr>
            <a:lvl2pPr algn="l">
              <a:defRPr/>
            </a:lvl2pPr>
            <a:lvl3pPr algn="l">
              <a:defRPr/>
            </a:lvl3pPr>
            <a:lvl4pPr algn="l">
              <a:defRPr/>
            </a:lvl4pPr>
            <a:lvl5pPr algn="l">
              <a:defRPr/>
            </a:lvl5p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p:txBody>
          <a:bodyPr rtlCol="0"/>
          <a:lstStyle/>
          <a:p>
            <a:pPr rtl="0"/>
            <a:fld id="{7E5E3FBB-57D2-4FB3-B51E-0FDE8CEE6791}" type="datetime1">
              <a:rPr lang="fr-FR" noProof="0" smtClean="0"/>
              <a:t>02/06/2026</a:t>
            </a:fld>
            <a:endParaRPr lang="fr-FR" noProof="0"/>
          </a:p>
        </p:txBody>
      </p:sp>
      <p:sp>
        <p:nvSpPr>
          <p:cNvPr id="5" name="Espace réservé du pied de page 4"/>
          <p:cNvSpPr>
            <a:spLocks noGrp="1"/>
          </p:cNvSpPr>
          <p:nvPr>
            <p:ph type="ftr" sz="quarter" idx="11"/>
          </p:nvPr>
        </p:nvSpPr>
        <p:spPr/>
        <p:txBody>
          <a:bodyPr rtlCol="0"/>
          <a:lstStyle/>
          <a:p>
            <a:pPr rtl="0"/>
            <a:endParaRPr lang="fr-FR" noProof="0"/>
          </a:p>
        </p:txBody>
      </p:sp>
      <p:sp>
        <p:nvSpPr>
          <p:cNvPr id="6" name="Espace réservé du numéro de diapositive 5"/>
          <p:cNvSpPr>
            <a:spLocks noGrp="1"/>
          </p:cNvSpPr>
          <p:nvPr>
            <p:ph type="sldNum" sz="quarter" idx="12"/>
          </p:nvPr>
        </p:nvSpPr>
        <p:spPr/>
        <p:txBody>
          <a:bodyPr rtlCol="0"/>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34547011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7" name="Rectangle 6"/>
          <p:cNvSpPr>
            <a:spLocks noChangeAspect="1"/>
          </p:cNvSpPr>
          <p:nvPr/>
        </p:nvSpPr>
        <p:spPr>
          <a:xfrm>
            <a:off x="8839201" y="599725"/>
            <a:ext cx="2906817" cy="581695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vertical 1"/>
          <p:cNvSpPr>
            <a:spLocks noGrp="1"/>
          </p:cNvSpPr>
          <p:nvPr>
            <p:ph type="title" orient="vert"/>
          </p:nvPr>
        </p:nvSpPr>
        <p:spPr>
          <a:xfrm>
            <a:off x="8839201" y="675726"/>
            <a:ext cx="2004164" cy="5183073"/>
          </a:xfrm>
        </p:spPr>
        <p:txBody>
          <a:bodyPr vert="eaVert" rtlCol="0"/>
          <a:lstStyle/>
          <a:p>
            <a:pPr rtl="0"/>
            <a:r>
              <a:rPr lang="fr-FR" noProof="0"/>
              <a:t>Modifiez le style du titre</a:t>
            </a:r>
          </a:p>
        </p:txBody>
      </p:sp>
      <p:sp>
        <p:nvSpPr>
          <p:cNvPr id="3" name="Espace réservé du texte vertical 2"/>
          <p:cNvSpPr>
            <a:spLocks noGrp="1"/>
          </p:cNvSpPr>
          <p:nvPr>
            <p:ph type="body" orient="vert" idx="1" hasCustomPrompt="1"/>
          </p:nvPr>
        </p:nvSpPr>
        <p:spPr>
          <a:xfrm>
            <a:off x="774923" y="675726"/>
            <a:ext cx="7896279" cy="5183073"/>
          </a:xfrm>
        </p:spPr>
        <p:txBody>
          <a:bodyPr vert="eaVert" rtlCol="0" anchor="t"/>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10"/>
          </p:nvPr>
        </p:nvSpPr>
        <p:spPr>
          <a:xfrm>
            <a:off x="8993673" y="5956137"/>
            <a:ext cx="1328141" cy="365125"/>
          </a:xfrm>
        </p:spPr>
        <p:txBody>
          <a:bodyPr rtlCol="0"/>
          <a:lstStyle>
            <a:lvl1pPr>
              <a:defRPr>
                <a:solidFill>
                  <a:schemeClr val="accent1">
                    <a:lumMod val="75000"/>
                    <a:lumOff val="25000"/>
                  </a:schemeClr>
                </a:solidFill>
              </a:defRPr>
            </a:lvl1pPr>
          </a:lstStyle>
          <a:p>
            <a:pPr rtl="0"/>
            <a:fld id="{BE9F9435-70D7-42BA-8564-5EC34B97B69E}" type="datetime1">
              <a:rPr lang="fr-FR" noProof="0" smtClean="0"/>
              <a:t>02/06/2026</a:t>
            </a:fld>
            <a:endParaRPr lang="fr-FR" noProof="0"/>
          </a:p>
        </p:txBody>
      </p:sp>
      <p:sp>
        <p:nvSpPr>
          <p:cNvPr id="5" name="Espace réservé du pied de page 4"/>
          <p:cNvSpPr>
            <a:spLocks noGrp="1"/>
          </p:cNvSpPr>
          <p:nvPr>
            <p:ph type="ftr" sz="quarter" idx="11"/>
          </p:nvPr>
        </p:nvSpPr>
        <p:spPr>
          <a:xfrm>
            <a:off x="774923" y="5951811"/>
            <a:ext cx="7896279" cy="365125"/>
          </a:xfrm>
        </p:spPr>
        <p:txBody>
          <a:bodyPr rtlCol="0"/>
          <a:lstStyle/>
          <a:p>
            <a:pPr rtl="0"/>
            <a:endParaRPr lang="fr-FR" noProof="0"/>
          </a:p>
        </p:txBody>
      </p:sp>
      <p:sp>
        <p:nvSpPr>
          <p:cNvPr id="6" name="Espace réservé du numéro de diapositive 5"/>
          <p:cNvSpPr>
            <a:spLocks noGrp="1"/>
          </p:cNvSpPr>
          <p:nvPr>
            <p:ph type="sldNum" sz="quarter" idx="12"/>
          </p:nvPr>
        </p:nvSpPr>
        <p:spPr>
          <a:xfrm>
            <a:off x="10446615" y="5956137"/>
            <a:ext cx="1164195" cy="365125"/>
          </a:xfrm>
        </p:spPr>
        <p:txBody>
          <a:bodyPr rtlCol="0"/>
          <a:lstStyle>
            <a:lvl1pPr>
              <a:defRPr>
                <a:solidFill>
                  <a:schemeClr val="accent1">
                    <a:lumMod val="75000"/>
                    <a:lumOff val="25000"/>
                  </a:schemeClr>
                </a:solidFill>
              </a:defRPr>
            </a:lvl1pPr>
          </a:lstStyle>
          <a:p>
            <a:pPr rtl="0"/>
            <a:fld id="{D57F1E4F-1CFF-5643-939E-217C01CDF565}" type="slidenum">
              <a:rPr lang="fr-FR" noProof="0" smtClean="0"/>
              <a:pPr/>
              <a:t>‹N°›</a:t>
            </a:fld>
            <a:endParaRPr lang="fr-FR" noProof="0"/>
          </a:p>
        </p:txBody>
      </p:sp>
    </p:spTree>
    <p:extLst>
      <p:ext uri="{BB962C8B-B14F-4D97-AF65-F5344CB8AC3E}">
        <p14:creationId xmlns:p14="http://schemas.microsoft.com/office/powerpoint/2010/main" val="42915268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581192" y="705124"/>
            <a:ext cx="11029616" cy="1189554"/>
          </a:xfrm>
          <a:prstGeom prst="rect">
            <a:avLst/>
          </a:prstGeom>
        </p:spPr>
        <p:txBody>
          <a:bodyPr vert="horz" lIns="91440" tIns="45720" rIns="91440" bIns="45720" rtlCol="0" anchor="b">
            <a:normAutofit/>
          </a:bodyPr>
          <a:lstStyle/>
          <a:p>
            <a:pPr rtl="0"/>
            <a:r>
              <a:rPr lang="fr-FR" noProof="0"/>
              <a:t>Modifiez le style du titre</a:t>
            </a:r>
          </a:p>
        </p:txBody>
      </p:sp>
      <p:sp>
        <p:nvSpPr>
          <p:cNvPr id="3" name="Espace réservé du texte 2"/>
          <p:cNvSpPr>
            <a:spLocks noGrp="1"/>
          </p:cNvSpPr>
          <p:nvPr>
            <p:ph type="body" idx="1"/>
          </p:nvPr>
        </p:nvSpPr>
        <p:spPr>
          <a:xfrm>
            <a:off x="581192" y="2336003"/>
            <a:ext cx="11029616" cy="3522794"/>
          </a:xfrm>
          <a:prstGeom prst="rect">
            <a:avLst/>
          </a:prstGeom>
        </p:spPr>
        <p:txBody>
          <a:bodyPr vert="horz" lIns="91440" tIns="45720" rIns="91440" bIns="45720" rtlCol="0" anchor="ctr">
            <a:normAutofit/>
          </a:bodyPr>
          <a:lstStyle/>
          <a:p>
            <a:pPr lvl="0" rtl="0"/>
            <a:r>
              <a:rPr lang="fr-FR" noProof="0"/>
              <a:t>Modifiez les styles du texte du masque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4" name="Espace réservé de la date 3"/>
          <p:cNvSpPr>
            <a:spLocks noGrp="1"/>
          </p:cNvSpPr>
          <p:nvPr>
            <p:ph type="dt" sz="half" idx="2"/>
          </p:nvPr>
        </p:nvSpPr>
        <p:spPr>
          <a:xfrm>
            <a:off x="7605951" y="5956137"/>
            <a:ext cx="2844799" cy="365125"/>
          </a:xfrm>
          <a:prstGeom prst="rect">
            <a:avLst/>
          </a:prstGeom>
        </p:spPr>
        <p:txBody>
          <a:bodyPr vert="horz" lIns="91440" tIns="45720" rIns="91440" bIns="45720" rtlCol="0" anchor="ctr"/>
          <a:lstStyle>
            <a:lvl1pPr algn="r">
              <a:defRPr sz="900">
                <a:solidFill>
                  <a:schemeClr val="accent2"/>
                </a:solidFill>
              </a:defRPr>
            </a:lvl1pPr>
          </a:lstStyle>
          <a:p>
            <a:pPr rtl="0"/>
            <a:fld id="{BBB97F02-5EDD-4BF6-BE41-AB41D1FEABF8}" type="datetime1">
              <a:rPr lang="fr-FR" noProof="0" smtClean="0"/>
              <a:t>02/06/2026</a:t>
            </a:fld>
            <a:endParaRPr lang="fr-FR" noProof="0"/>
          </a:p>
        </p:txBody>
      </p:sp>
      <p:sp>
        <p:nvSpPr>
          <p:cNvPr id="5" name="Espace réservé du pied de page 4"/>
          <p:cNvSpPr>
            <a:spLocks noGrp="1"/>
          </p:cNvSpPr>
          <p:nvPr>
            <p:ph type="ftr" sz="quarter" idx="3"/>
          </p:nvPr>
        </p:nvSpPr>
        <p:spPr>
          <a:xfrm>
            <a:off x="581192" y="5951811"/>
            <a:ext cx="6917210" cy="365125"/>
          </a:xfrm>
          <a:prstGeom prst="rect">
            <a:avLst/>
          </a:prstGeom>
        </p:spPr>
        <p:txBody>
          <a:bodyPr vert="horz" lIns="91440" tIns="45720" rIns="91440" bIns="45720" rtlCol="0" anchor="ctr"/>
          <a:lstStyle>
            <a:lvl1pPr algn="l">
              <a:defRPr sz="900" cap="all">
                <a:solidFill>
                  <a:schemeClr val="accent2"/>
                </a:solidFill>
              </a:defRPr>
            </a:lvl1pPr>
          </a:lstStyle>
          <a:p>
            <a:pPr rtl="0"/>
            <a:endParaRPr lang="fr-FR" noProof="0"/>
          </a:p>
        </p:txBody>
      </p:sp>
      <p:sp>
        <p:nvSpPr>
          <p:cNvPr id="6" name="Espace réservé du numéro de diapositive 5"/>
          <p:cNvSpPr>
            <a:spLocks noGrp="1"/>
          </p:cNvSpPr>
          <p:nvPr>
            <p:ph type="sldNum" sz="quarter" idx="4"/>
          </p:nvPr>
        </p:nvSpPr>
        <p:spPr>
          <a:xfrm>
            <a:off x="10558300" y="5956137"/>
            <a:ext cx="1052510" cy="365125"/>
          </a:xfrm>
          <a:prstGeom prst="rect">
            <a:avLst/>
          </a:prstGeom>
        </p:spPr>
        <p:txBody>
          <a:bodyPr vert="horz" lIns="91440" tIns="45720" rIns="91440" bIns="45720" rtlCol="0" anchor="ctr"/>
          <a:lstStyle>
            <a:lvl1pPr algn="r">
              <a:defRPr sz="900">
                <a:solidFill>
                  <a:schemeClr val="accent2"/>
                </a:solidFill>
              </a:defRPr>
            </a:lvl1pPr>
          </a:lstStyle>
          <a:p>
            <a:pPr rtl="0"/>
            <a:fld id="{D57F1E4F-1CFF-5643-939E-217C01CDF565}" type="slidenum">
              <a:rPr lang="fr-FR" noProof="0" smtClean="0"/>
              <a:pPr/>
              <a:t>‹N°›</a:t>
            </a:fld>
            <a:endParaRPr lang="fr-FR" noProof="0"/>
          </a:p>
        </p:txBody>
      </p:sp>
      <p:sp>
        <p:nvSpPr>
          <p:cNvPr id="9" name="Rectangle 8"/>
          <p:cNvSpPr/>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0" name="Rectangle 9"/>
          <p:cNvSpPr/>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1" name="Rectangle 10"/>
          <p:cNvSpPr/>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Tree>
    <p:extLst>
      <p:ext uri="{BB962C8B-B14F-4D97-AF65-F5344CB8AC3E}">
        <p14:creationId xmlns:p14="http://schemas.microsoft.com/office/powerpoint/2010/main" val="82855549"/>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sldNum="0" hdr="0" ftr="0" dt="0"/>
  <p:txStyles>
    <p:titleStyle>
      <a:lvl1pPr algn="l" defTabSz="457200" rtl="0" eaLnBrk="1" latinLnBrk="0" hangingPunct="1">
        <a:spcBef>
          <a:spcPct val="0"/>
        </a:spcBef>
        <a:buNone/>
        <a:defRPr sz="2800" b="0" kern="1200" cap="all">
          <a:solidFill>
            <a:schemeClr val="bg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06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800" kern="1200">
          <a:solidFill>
            <a:schemeClr val="tx2"/>
          </a:solidFill>
          <a:latin typeface="+mn-lt"/>
          <a:ea typeface="+mn-ea"/>
          <a:cs typeface="+mn-cs"/>
        </a:defRPr>
      </a:lvl1pPr>
      <a:lvl2pPr marL="630000" indent="-306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600" kern="1200">
          <a:solidFill>
            <a:schemeClr val="tx2"/>
          </a:solidFill>
          <a:latin typeface="+mn-lt"/>
          <a:ea typeface="+mn-ea"/>
          <a:cs typeface="+mn-cs"/>
        </a:defRPr>
      </a:lvl2pPr>
      <a:lvl3pPr marL="900000" indent="-270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400" kern="1200">
          <a:solidFill>
            <a:schemeClr val="tx2"/>
          </a:solidFill>
          <a:latin typeface="+mn-lt"/>
          <a:ea typeface="+mn-ea"/>
          <a:cs typeface="+mn-cs"/>
        </a:defRPr>
      </a:lvl3pPr>
      <a:lvl4pPr marL="124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4pPr>
      <a:lvl5pPr marL="1602000" indent="-2340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5pPr>
      <a:lvl6pPr marL="19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6pPr>
      <a:lvl7pPr marL="22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7pPr>
      <a:lvl8pPr marL="25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8pPr>
      <a:lvl9pPr marL="2800000" indent="-228600" algn="l" defTabSz="457200" rtl="0" eaLnBrk="1" latinLnBrk="0" hangingPunct="1">
        <a:spcBef>
          <a:spcPct val="20000"/>
        </a:spcBef>
        <a:spcAft>
          <a:spcPts val="600"/>
        </a:spcAft>
        <a:buClr>
          <a:schemeClr val="accent2"/>
        </a:buClr>
        <a:buSzPct val="92000"/>
        <a:buFont typeface="Wingdings 2" panose="05020102010507070707" pitchFamily="18" charset="2"/>
        <a:buChar char=""/>
        <a:defRPr sz="1200" kern="1200">
          <a:solidFill>
            <a:schemeClr val="tx2"/>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jpeg"/><Relationship Id="rId5" Type="http://schemas.openxmlformats.org/officeDocument/2006/relationships/image" Target="../media/image5.jpeg"/><Relationship Id="rId4" Type="http://schemas.openxmlformats.org/officeDocument/2006/relationships/image" Target="../media/image4.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8.jpeg"/><Relationship Id="rId7" Type="http://schemas.openxmlformats.org/officeDocument/2006/relationships/diagramColors" Target="../diagrams/colors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493D4EDA-58E0-40CC-B3CA-14CDEB349D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pic>
        <p:nvPicPr>
          <p:cNvPr id="7" name="Image 6" descr="Connexions numériques">
            <a:extLst>
              <a:ext uri="{FF2B5EF4-FFF2-40B4-BE49-F238E27FC236}">
                <a16:creationId xmlns:a16="http://schemas.microsoft.com/office/drawing/2014/main" id="{3840F91C-EDD0-4D4E-A4AB-E6C77856C88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13265" t="9091" r="3502" b="-1"/>
          <a:stretch/>
        </p:blipFill>
        <p:spPr>
          <a:xfrm>
            <a:off x="20" y="10"/>
            <a:ext cx="12191980" cy="6857990"/>
          </a:xfrm>
          <a:prstGeom prst="rect">
            <a:avLst/>
          </a:prstGeom>
        </p:spPr>
      </p:pic>
      <p:grpSp>
        <p:nvGrpSpPr>
          <p:cNvPr id="17" name="Groupe 16">
            <a:extLst>
              <a:ext uri="{FF2B5EF4-FFF2-40B4-BE49-F238E27FC236}">
                <a16:creationId xmlns:a16="http://schemas.microsoft.com/office/drawing/2014/main" id="{AA9EB0BC-A85E-4C26-B355-5DFCEF6CCB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8" name="Rectangle 17">
              <a:extLst>
                <a:ext uri="{FF2B5EF4-FFF2-40B4-BE49-F238E27FC236}">
                  <a16:creationId xmlns:a16="http://schemas.microsoft.com/office/drawing/2014/main" id="{3643E56B-BD42-413D-B17D-7958270F5DE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9" name="Rectangle 18">
              <a:extLst>
                <a:ext uri="{FF2B5EF4-FFF2-40B4-BE49-F238E27FC236}">
                  <a16:creationId xmlns:a16="http://schemas.microsoft.com/office/drawing/2014/main" id="{96C04F74-9467-4FA5-95DC-8D481A29740E}"/>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0" name="Rectangle 19">
              <a:extLst>
                <a:ext uri="{FF2B5EF4-FFF2-40B4-BE49-F238E27FC236}">
                  <a16:creationId xmlns:a16="http://schemas.microsoft.com/office/drawing/2014/main" id="{D73DE1C3-5C37-42E9-A3F0-256F1938327C}"/>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2" name="Rectangle 21">
            <a:extLst>
              <a:ext uri="{FF2B5EF4-FFF2-40B4-BE49-F238E27FC236}">
                <a16:creationId xmlns:a16="http://schemas.microsoft.com/office/drawing/2014/main" id="{4A2E7EC3-E07C-46CE-9B25-41865A5068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8732" y="4428067"/>
            <a:ext cx="11260667" cy="1962497"/>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C02C5318-1A1E-49D0-B2E2-A4B0FA9E8A40}"/>
              </a:ext>
            </a:extLst>
          </p:cNvPr>
          <p:cNvSpPr>
            <a:spLocks noGrp="1"/>
          </p:cNvSpPr>
          <p:nvPr>
            <p:ph type="ctrTitle"/>
          </p:nvPr>
        </p:nvSpPr>
        <p:spPr>
          <a:xfrm>
            <a:off x="581191" y="4572000"/>
            <a:ext cx="10993549" cy="895244"/>
          </a:xfrm>
        </p:spPr>
        <p:txBody>
          <a:bodyPr rtlCol="0">
            <a:noAutofit/>
          </a:bodyPr>
          <a:lstStyle/>
          <a:p>
            <a:r>
              <a:rPr lang="fr-FR" sz="6000" dirty="0" err="1">
                <a:solidFill>
                  <a:schemeClr val="bg1"/>
                </a:solidFill>
              </a:rPr>
              <a:t>TechNova</a:t>
            </a:r>
            <a:r>
              <a:rPr lang="fr-FR" sz="6000" dirty="0"/>
              <a:t> </a:t>
            </a:r>
            <a:endParaRPr lang="fr-FR" sz="6000" dirty="0">
              <a:solidFill>
                <a:schemeClr val="bg1"/>
              </a:solidFill>
            </a:endParaRPr>
          </a:p>
        </p:txBody>
      </p:sp>
      <p:sp>
        <p:nvSpPr>
          <p:cNvPr id="3" name="Sous-titre 2">
            <a:extLst>
              <a:ext uri="{FF2B5EF4-FFF2-40B4-BE49-F238E27FC236}">
                <a16:creationId xmlns:a16="http://schemas.microsoft.com/office/drawing/2014/main" id="{48B6CF59-4E5B-494D-A2F7-97ADD01E6497}"/>
              </a:ext>
            </a:extLst>
          </p:cNvPr>
          <p:cNvSpPr>
            <a:spLocks noGrp="1"/>
          </p:cNvSpPr>
          <p:nvPr>
            <p:ph type="subTitle" idx="1"/>
          </p:nvPr>
        </p:nvSpPr>
        <p:spPr>
          <a:xfrm>
            <a:off x="581194" y="5467246"/>
            <a:ext cx="10993546" cy="484822"/>
          </a:xfrm>
        </p:spPr>
        <p:txBody>
          <a:bodyPr rtlCol="0">
            <a:normAutofit/>
          </a:bodyPr>
          <a:lstStyle/>
          <a:p>
            <a:r>
              <a:rPr lang="fr-FR" dirty="0"/>
              <a:t>Analyse des causes de démission</a:t>
            </a:r>
            <a:endParaRPr lang="fr-FR" dirty="0">
              <a:solidFill>
                <a:srgbClr val="7CEBFF"/>
              </a:solidFill>
            </a:endParaRPr>
          </a:p>
        </p:txBody>
      </p:sp>
    </p:spTree>
    <p:extLst>
      <p:ext uri="{BB962C8B-B14F-4D97-AF65-F5344CB8AC3E}">
        <p14:creationId xmlns:p14="http://schemas.microsoft.com/office/powerpoint/2010/main" val="14877007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A887ABB-4D37-F4E5-C72E-05B3951BCC74}"/>
              </a:ext>
            </a:extLst>
          </p:cNvPr>
          <p:cNvSpPr>
            <a:spLocks noGrp="1"/>
          </p:cNvSpPr>
          <p:nvPr>
            <p:ph type="title"/>
          </p:nvPr>
        </p:nvSpPr>
        <p:spPr/>
        <p:txBody>
          <a:bodyPr/>
          <a:lstStyle/>
          <a:p>
            <a:r>
              <a:rPr lang="fr-FR" dirty="0"/>
              <a:t>Formation Développeur IA</a:t>
            </a:r>
          </a:p>
        </p:txBody>
      </p:sp>
      <p:pic>
        <p:nvPicPr>
          <p:cNvPr id="4" name="Picture 6" descr="OpenClassrooms | Spreadshop">
            <a:extLst>
              <a:ext uri="{FF2B5EF4-FFF2-40B4-BE49-F238E27FC236}">
                <a16:creationId xmlns:a16="http://schemas.microsoft.com/office/drawing/2014/main" id="{7A154197-7927-FA64-68F3-8463F8F0BE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77300" y="766902"/>
            <a:ext cx="4933507" cy="88430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descr="Jupyter - Visual Studio Marketplace">
            <a:extLst>
              <a:ext uri="{FF2B5EF4-FFF2-40B4-BE49-F238E27FC236}">
                <a16:creationId xmlns:a16="http://schemas.microsoft.com/office/drawing/2014/main" id="{5BBF6CEF-1ECD-D45B-FECD-1582DE5A93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92375" y="3023347"/>
            <a:ext cx="1757734" cy="176558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descr="Microsoft Excel — Wikipédia">
            <a:extLst>
              <a:ext uri="{FF2B5EF4-FFF2-40B4-BE49-F238E27FC236}">
                <a16:creationId xmlns:a16="http://schemas.microsoft.com/office/drawing/2014/main" id="{6F69B809-21C0-9ED3-E817-150D37D803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508362" y="4694600"/>
            <a:ext cx="1353623" cy="1396498"/>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2. Traitement de données avec PANDAS — Outils numériques avancés en  Mécanique">
            <a:extLst>
              <a:ext uri="{FF2B5EF4-FFF2-40B4-BE49-F238E27FC236}">
                <a16:creationId xmlns:a16="http://schemas.microsoft.com/office/drawing/2014/main" id="{0646F847-D574-9338-7260-840A3FEF8A1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64955" y="3076482"/>
            <a:ext cx="2306277" cy="1208637"/>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UV - Python Package Manager: how to use it, comparisons, and common issues  | Pedro Medinilla Bohorquez - Pedromebo">
            <a:extLst>
              <a:ext uri="{FF2B5EF4-FFF2-40B4-BE49-F238E27FC236}">
                <a16:creationId xmlns:a16="http://schemas.microsoft.com/office/drawing/2014/main" id="{3F04E6DC-A3F1-4760-8863-86893C5A6382}"/>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6823" t="25873" r="21843" b="28412"/>
          <a:stretch>
            <a:fillRect/>
          </a:stretch>
        </p:blipFill>
        <p:spPr bwMode="auto">
          <a:xfrm>
            <a:off x="8534400" y="2421455"/>
            <a:ext cx="3218329" cy="12593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49220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83C07D0-0DE7-7EEF-51B0-721C25DAEA84}"/>
              </a:ext>
            </a:extLst>
          </p:cNvPr>
          <p:cNvSpPr>
            <a:spLocks noGrp="1"/>
          </p:cNvSpPr>
          <p:nvPr>
            <p:ph type="title"/>
          </p:nvPr>
        </p:nvSpPr>
        <p:spPr/>
        <p:txBody>
          <a:bodyPr/>
          <a:lstStyle/>
          <a:p>
            <a:r>
              <a:rPr lang="fr-FR" dirty="0"/>
              <a:t>Analyse des données</a:t>
            </a:r>
          </a:p>
        </p:txBody>
      </p:sp>
      <p:sp>
        <p:nvSpPr>
          <p:cNvPr id="3" name="Espace réservé du contenu 2">
            <a:extLst>
              <a:ext uri="{FF2B5EF4-FFF2-40B4-BE49-F238E27FC236}">
                <a16:creationId xmlns:a16="http://schemas.microsoft.com/office/drawing/2014/main" id="{A7520F13-1BC0-00E5-A8FA-348EA6DCC45F}"/>
              </a:ext>
            </a:extLst>
          </p:cNvPr>
          <p:cNvSpPr>
            <a:spLocks noGrp="1"/>
          </p:cNvSpPr>
          <p:nvPr>
            <p:ph idx="1"/>
          </p:nvPr>
        </p:nvSpPr>
        <p:spPr/>
        <p:txBody>
          <a:bodyPr/>
          <a:lstStyle/>
          <a:p>
            <a:r>
              <a:rPr lang="fr-FR" dirty="0" err="1"/>
              <a:t>ayant_enfants</a:t>
            </a:r>
            <a:r>
              <a:rPr lang="fr-FR" dirty="0"/>
              <a:t>, </a:t>
            </a:r>
            <a:r>
              <a:rPr lang="fr-FR" dirty="0" err="1"/>
              <a:t>nombre_heures_travailless</a:t>
            </a:r>
            <a:r>
              <a:rPr lang="fr-FR" dirty="0"/>
              <a:t>, </a:t>
            </a:r>
            <a:r>
              <a:rPr lang="fr-FR" dirty="0" err="1"/>
              <a:t>nombre_employee_sous_responsabilite</a:t>
            </a:r>
            <a:r>
              <a:rPr lang="fr-FR" dirty="0"/>
              <a:t> ne sont pas exploitables car toujours la même valeur</a:t>
            </a:r>
          </a:p>
          <a:p>
            <a:r>
              <a:rPr lang="fr-FR" dirty="0" err="1"/>
              <a:t>code_sondage</a:t>
            </a:r>
            <a:r>
              <a:rPr lang="fr-FR" dirty="0"/>
              <a:t>, </a:t>
            </a:r>
            <a:r>
              <a:rPr lang="fr-FR" dirty="0" err="1"/>
              <a:t>id_employee</a:t>
            </a:r>
            <a:r>
              <a:rPr lang="fr-FR" dirty="0"/>
              <a:t> et </a:t>
            </a:r>
            <a:r>
              <a:rPr lang="fr-FR" dirty="0" err="1"/>
              <a:t>eval_number</a:t>
            </a:r>
            <a:r>
              <a:rPr lang="fr-FR" dirty="0"/>
              <a:t> </a:t>
            </a:r>
            <a:r>
              <a:rPr lang="fr-FR" dirty="0" err="1"/>
              <a:t>répéte</a:t>
            </a:r>
            <a:r>
              <a:rPr lang="fr-FR" dirty="0"/>
              <a:t> le même schéma de codification, il est utilisé pour réaliser la jointure des données. NOTE: le nombre d’individus est identique</a:t>
            </a:r>
          </a:p>
          <a:p>
            <a:endParaRPr lang="fr-FR" dirty="0"/>
          </a:p>
          <a:p>
            <a:endParaRPr lang="fr-FR" dirty="0"/>
          </a:p>
          <a:p>
            <a:endParaRPr lang="fr-FR" dirty="0"/>
          </a:p>
        </p:txBody>
      </p:sp>
    </p:spTree>
    <p:extLst>
      <p:ext uri="{BB962C8B-B14F-4D97-AF65-F5344CB8AC3E}">
        <p14:creationId xmlns:p14="http://schemas.microsoft.com/office/powerpoint/2010/main" val="15219051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1944E-D976-AFD6-A029-2AB9320292A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1FBCABC-2343-6D2B-8B60-2CE36432EF80}"/>
              </a:ext>
            </a:extLst>
          </p:cNvPr>
          <p:cNvSpPr>
            <a:spLocks noGrp="1"/>
          </p:cNvSpPr>
          <p:nvPr>
            <p:ph type="title"/>
          </p:nvPr>
        </p:nvSpPr>
        <p:spPr/>
        <p:txBody>
          <a:bodyPr/>
          <a:lstStyle/>
          <a:p>
            <a:r>
              <a:rPr lang="fr-FR" dirty="0"/>
              <a:t>Nettoyage des données</a:t>
            </a:r>
          </a:p>
        </p:txBody>
      </p:sp>
      <p:pic>
        <p:nvPicPr>
          <p:cNvPr id="7" name="Image 6">
            <a:extLst>
              <a:ext uri="{FF2B5EF4-FFF2-40B4-BE49-F238E27FC236}">
                <a16:creationId xmlns:a16="http://schemas.microsoft.com/office/drawing/2014/main" id="{FC0BAC50-24AD-96BC-3D5C-F452D7802D3C}"/>
              </a:ext>
            </a:extLst>
          </p:cNvPr>
          <p:cNvPicPr>
            <a:picLocks noChangeAspect="1"/>
          </p:cNvPicPr>
          <p:nvPr/>
        </p:nvPicPr>
        <p:blipFill>
          <a:blip r:embed="rId2"/>
          <a:stretch>
            <a:fillRect/>
          </a:stretch>
        </p:blipFill>
        <p:spPr>
          <a:xfrm>
            <a:off x="781217" y="2137634"/>
            <a:ext cx="3619333" cy="4362523"/>
          </a:xfrm>
          <a:prstGeom prst="rect">
            <a:avLst/>
          </a:prstGeom>
        </p:spPr>
      </p:pic>
      <p:sp>
        <p:nvSpPr>
          <p:cNvPr id="9" name="Rectangle 8">
            <a:extLst>
              <a:ext uri="{FF2B5EF4-FFF2-40B4-BE49-F238E27FC236}">
                <a16:creationId xmlns:a16="http://schemas.microsoft.com/office/drawing/2014/main" id="{09F2BC9D-C56A-8848-61AE-D43BAE42B800}"/>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0" name="ZoneTexte 9">
            <a:extLst>
              <a:ext uri="{FF2B5EF4-FFF2-40B4-BE49-F238E27FC236}">
                <a16:creationId xmlns:a16="http://schemas.microsoft.com/office/drawing/2014/main" id="{BF8671AB-ACF1-DA62-0A87-0265F27AE949}"/>
              </a:ext>
            </a:extLst>
          </p:cNvPr>
          <p:cNvSpPr txBox="1"/>
          <p:nvPr/>
        </p:nvSpPr>
        <p:spPr>
          <a:xfrm>
            <a:off x="6096000" y="2510381"/>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Vérification des </a:t>
            </a:r>
            <a:r>
              <a:rPr lang="fr-FR" sz="3600" kern="1200" noProof="0" dirty="0" err="1"/>
              <a:t>outliers</a:t>
            </a:r>
            <a:endParaRPr lang="fr-FR" sz="3600" kern="1200" noProof="0" dirty="0"/>
          </a:p>
        </p:txBody>
      </p:sp>
      <p:sp>
        <p:nvSpPr>
          <p:cNvPr id="11" name="ZoneTexte 10">
            <a:extLst>
              <a:ext uri="{FF2B5EF4-FFF2-40B4-BE49-F238E27FC236}">
                <a16:creationId xmlns:a16="http://schemas.microsoft.com/office/drawing/2014/main" id="{2BB2067E-1D19-2FC9-933D-31E2378F6476}"/>
              </a:ext>
            </a:extLst>
          </p:cNvPr>
          <p:cNvSpPr txBox="1"/>
          <p:nvPr/>
        </p:nvSpPr>
        <p:spPr>
          <a:xfrm>
            <a:off x="6095999" y="4318895"/>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t>Sondages</a:t>
            </a:r>
          </a:p>
        </p:txBody>
      </p:sp>
    </p:spTree>
    <p:extLst>
      <p:ext uri="{BB962C8B-B14F-4D97-AF65-F5344CB8AC3E}">
        <p14:creationId xmlns:p14="http://schemas.microsoft.com/office/powerpoint/2010/main" val="24830466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A566E3-C82F-DF66-8759-7733BF5689EF}"/>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0ACA291-9CD1-A847-9743-258B65A620DC}"/>
              </a:ext>
            </a:extLst>
          </p:cNvPr>
          <p:cNvSpPr>
            <a:spLocks noGrp="1"/>
          </p:cNvSpPr>
          <p:nvPr>
            <p:ph type="title"/>
          </p:nvPr>
        </p:nvSpPr>
        <p:spPr/>
        <p:txBody>
          <a:bodyPr/>
          <a:lstStyle/>
          <a:p>
            <a:r>
              <a:rPr lang="fr-FR" dirty="0"/>
              <a:t>Nettoyage des données</a:t>
            </a:r>
          </a:p>
        </p:txBody>
      </p:sp>
      <p:sp>
        <p:nvSpPr>
          <p:cNvPr id="9" name="Rectangle 8">
            <a:extLst>
              <a:ext uri="{FF2B5EF4-FFF2-40B4-BE49-F238E27FC236}">
                <a16:creationId xmlns:a16="http://schemas.microsoft.com/office/drawing/2014/main" id="{26FB824A-C73C-67EA-8E29-DCF74DA8EF15}"/>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0" name="ZoneTexte 9">
            <a:extLst>
              <a:ext uri="{FF2B5EF4-FFF2-40B4-BE49-F238E27FC236}">
                <a16:creationId xmlns:a16="http://schemas.microsoft.com/office/drawing/2014/main" id="{0687BD56-18D9-EE09-2D7B-FF4969DC6BB6}"/>
              </a:ext>
            </a:extLst>
          </p:cNvPr>
          <p:cNvSpPr txBox="1"/>
          <p:nvPr/>
        </p:nvSpPr>
        <p:spPr>
          <a:xfrm>
            <a:off x="7851505" y="768196"/>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bg1"/>
                </a:solidFill>
              </a:rPr>
              <a:t>Vérification des </a:t>
            </a:r>
            <a:r>
              <a:rPr lang="fr-FR" sz="3600" kern="1200" noProof="0" dirty="0" err="1">
                <a:solidFill>
                  <a:schemeClr val="bg1"/>
                </a:solidFill>
              </a:rPr>
              <a:t>outliers</a:t>
            </a:r>
            <a:endParaRPr lang="fr-FR" sz="3600" kern="1200" noProof="0" dirty="0">
              <a:solidFill>
                <a:schemeClr val="bg1"/>
              </a:solidFill>
            </a:endParaRPr>
          </a:p>
        </p:txBody>
      </p:sp>
      <p:sp>
        <p:nvSpPr>
          <p:cNvPr id="11" name="ZoneTexte 10">
            <a:extLst>
              <a:ext uri="{FF2B5EF4-FFF2-40B4-BE49-F238E27FC236}">
                <a16:creationId xmlns:a16="http://schemas.microsoft.com/office/drawing/2014/main" id="{1F9AAE34-936D-333F-445E-135C0D9BF84D}"/>
              </a:ext>
            </a:extLst>
          </p:cNvPr>
          <p:cNvSpPr txBox="1"/>
          <p:nvPr/>
        </p:nvSpPr>
        <p:spPr>
          <a:xfrm>
            <a:off x="5972174" y="936943"/>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bg1"/>
                </a:solidFill>
              </a:rPr>
              <a:t>sirh</a:t>
            </a:r>
          </a:p>
        </p:txBody>
      </p:sp>
      <p:pic>
        <p:nvPicPr>
          <p:cNvPr id="6" name="Image 5">
            <a:extLst>
              <a:ext uri="{FF2B5EF4-FFF2-40B4-BE49-F238E27FC236}">
                <a16:creationId xmlns:a16="http://schemas.microsoft.com/office/drawing/2014/main" id="{D964BAB3-7C64-7797-96F1-1E1C6729BDCD}"/>
              </a:ext>
            </a:extLst>
          </p:cNvPr>
          <p:cNvPicPr>
            <a:picLocks noChangeAspect="1"/>
          </p:cNvPicPr>
          <p:nvPr/>
        </p:nvPicPr>
        <p:blipFill>
          <a:blip r:embed="rId2"/>
          <a:stretch>
            <a:fillRect/>
          </a:stretch>
        </p:blipFill>
        <p:spPr>
          <a:xfrm>
            <a:off x="472884" y="2120220"/>
            <a:ext cx="11267451" cy="4223429"/>
          </a:xfrm>
          <a:prstGeom prst="rect">
            <a:avLst/>
          </a:prstGeom>
        </p:spPr>
      </p:pic>
    </p:spTree>
    <p:extLst>
      <p:ext uri="{BB962C8B-B14F-4D97-AF65-F5344CB8AC3E}">
        <p14:creationId xmlns:p14="http://schemas.microsoft.com/office/powerpoint/2010/main" val="24387948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26A3C0-92CB-8C29-7135-24F70C2B071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EA4323E-4134-FB1C-BE87-E5678A804402}"/>
              </a:ext>
            </a:extLst>
          </p:cNvPr>
          <p:cNvSpPr>
            <a:spLocks noGrp="1"/>
          </p:cNvSpPr>
          <p:nvPr>
            <p:ph type="title"/>
          </p:nvPr>
        </p:nvSpPr>
        <p:spPr/>
        <p:txBody>
          <a:bodyPr/>
          <a:lstStyle/>
          <a:p>
            <a:r>
              <a:rPr lang="fr-FR" dirty="0"/>
              <a:t>Nettoyage des données</a:t>
            </a:r>
          </a:p>
        </p:txBody>
      </p:sp>
      <p:sp>
        <p:nvSpPr>
          <p:cNvPr id="9" name="Rectangle 8">
            <a:extLst>
              <a:ext uri="{FF2B5EF4-FFF2-40B4-BE49-F238E27FC236}">
                <a16:creationId xmlns:a16="http://schemas.microsoft.com/office/drawing/2014/main" id="{685B9582-4D22-9528-D283-4327CC401327}"/>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0" name="ZoneTexte 9">
            <a:extLst>
              <a:ext uri="{FF2B5EF4-FFF2-40B4-BE49-F238E27FC236}">
                <a16:creationId xmlns:a16="http://schemas.microsoft.com/office/drawing/2014/main" id="{0DCCCBF1-DDEE-4EF0-F209-1D9A007FFD5A}"/>
              </a:ext>
            </a:extLst>
          </p:cNvPr>
          <p:cNvSpPr txBox="1"/>
          <p:nvPr/>
        </p:nvSpPr>
        <p:spPr>
          <a:xfrm>
            <a:off x="7851505" y="768196"/>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bg1"/>
                </a:solidFill>
              </a:rPr>
              <a:t>Vérification des </a:t>
            </a:r>
            <a:r>
              <a:rPr lang="fr-FR" sz="3600" kern="1200" noProof="0" dirty="0" err="1">
                <a:solidFill>
                  <a:schemeClr val="bg1"/>
                </a:solidFill>
              </a:rPr>
              <a:t>outliers</a:t>
            </a:r>
            <a:endParaRPr lang="fr-FR" sz="3600" kern="1200" noProof="0" dirty="0">
              <a:solidFill>
                <a:schemeClr val="bg1"/>
              </a:solidFill>
            </a:endParaRPr>
          </a:p>
        </p:txBody>
      </p:sp>
      <p:sp>
        <p:nvSpPr>
          <p:cNvPr id="11" name="ZoneTexte 10">
            <a:extLst>
              <a:ext uri="{FF2B5EF4-FFF2-40B4-BE49-F238E27FC236}">
                <a16:creationId xmlns:a16="http://schemas.microsoft.com/office/drawing/2014/main" id="{0EFA856A-AF51-55C0-9A2C-28548C5A30E7}"/>
              </a:ext>
            </a:extLst>
          </p:cNvPr>
          <p:cNvSpPr txBox="1"/>
          <p:nvPr/>
        </p:nvSpPr>
        <p:spPr>
          <a:xfrm>
            <a:off x="5972174" y="936943"/>
            <a:ext cx="1879331" cy="563245"/>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err="1">
                <a:solidFill>
                  <a:schemeClr val="bg1"/>
                </a:solidFill>
              </a:rPr>
              <a:t>evaluation</a:t>
            </a:r>
            <a:endParaRPr lang="fr-FR" sz="3600" kern="1200" noProof="0" dirty="0">
              <a:solidFill>
                <a:schemeClr val="bg1"/>
              </a:solidFill>
            </a:endParaRPr>
          </a:p>
        </p:txBody>
      </p:sp>
      <p:pic>
        <p:nvPicPr>
          <p:cNvPr id="4" name="Image 3">
            <a:extLst>
              <a:ext uri="{FF2B5EF4-FFF2-40B4-BE49-F238E27FC236}">
                <a16:creationId xmlns:a16="http://schemas.microsoft.com/office/drawing/2014/main" id="{4C48D5BB-E63D-DD3A-E76E-277ADD6A921B}"/>
              </a:ext>
            </a:extLst>
          </p:cNvPr>
          <p:cNvPicPr>
            <a:picLocks noChangeAspect="1"/>
          </p:cNvPicPr>
          <p:nvPr/>
        </p:nvPicPr>
        <p:blipFill>
          <a:blip r:embed="rId2"/>
          <a:stretch>
            <a:fillRect/>
          </a:stretch>
        </p:blipFill>
        <p:spPr>
          <a:xfrm>
            <a:off x="581192" y="2054181"/>
            <a:ext cx="11099482" cy="4101663"/>
          </a:xfrm>
          <a:prstGeom prst="rect">
            <a:avLst/>
          </a:prstGeom>
        </p:spPr>
      </p:pic>
    </p:spTree>
    <p:extLst>
      <p:ext uri="{BB962C8B-B14F-4D97-AF65-F5344CB8AC3E}">
        <p14:creationId xmlns:p14="http://schemas.microsoft.com/office/powerpoint/2010/main" val="14549309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98046-2BF9-5B7C-A704-4B1650CF47B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C0B02E4-8809-9679-899B-CFFDD72BB2B2}"/>
              </a:ext>
            </a:extLst>
          </p:cNvPr>
          <p:cNvSpPr>
            <a:spLocks noGrp="1"/>
          </p:cNvSpPr>
          <p:nvPr>
            <p:ph type="title"/>
          </p:nvPr>
        </p:nvSpPr>
        <p:spPr/>
        <p:txBody>
          <a:bodyPr/>
          <a:lstStyle/>
          <a:p>
            <a:r>
              <a:rPr lang="fr-FR" dirty="0"/>
              <a:t>Nettoyage des données</a:t>
            </a:r>
          </a:p>
        </p:txBody>
      </p:sp>
      <p:sp>
        <p:nvSpPr>
          <p:cNvPr id="9" name="Rectangle 8">
            <a:extLst>
              <a:ext uri="{FF2B5EF4-FFF2-40B4-BE49-F238E27FC236}">
                <a16:creationId xmlns:a16="http://schemas.microsoft.com/office/drawing/2014/main" id="{67FF2D77-324E-B715-B171-719BB1129C12}"/>
              </a:ext>
            </a:extLst>
          </p:cNvPr>
          <p:cNvSpPr/>
          <p:nvPr/>
        </p:nvSpPr>
        <p:spPr>
          <a:xfrm>
            <a:off x="5427558" y="3069000"/>
            <a:ext cx="3945041" cy="1345838"/>
          </a:xfrm>
          <a:prstGeom prst="rect">
            <a:avLst/>
          </a:pr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a:lstStyle/>
          <a:p>
            <a:endParaRPr lang="fr-FR"/>
          </a:p>
        </p:txBody>
      </p:sp>
      <p:sp>
        <p:nvSpPr>
          <p:cNvPr id="10" name="ZoneTexte 9">
            <a:extLst>
              <a:ext uri="{FF2B5EF4-FFF2-40B4-BE49-F238E27FC236}">
                <a16:creationId xmlns:a16="http://schemas.microsoft.com/office/drawing/2014/main" id="{484AD649-9B82-FC7E-CECE-2FA50AD8B7E4}"/>
              </a:ext>
            </a:extLst>
          </p:cNvPr>
          <p:cNvSpPr txBox="1"/>
          <p:nvPr/>
        </p:nvSpPr>
        <p:spPr>
          <a:xfrm>
            <a:off x="7851505" y="768196"/>
            <a:ext cx="3945041" cy="1117238"/>
          </a:xfrm>
          <a:prstGeom prst="rect">
            <a:avLst/>
          </a:prstGeom>
        </p:spPr>
        <p:style>
          <a:lnRef idx="0">
            <a:scrgbClr r="0" g="0" b="0"/>
          </a:lnRef>
          <a:fillRef idx="0">
            <a:scrgbClr r="0" g="0" b="0"/>
          </a:fillRef>
          <a:effectRef idx="0">
            <a:scrgbClr r="0" g="0" b="0"/>
          </a:effectRef>
          <a:fontRef idx="minor">
            <a:schemeClr val="tx1">
              <a:hueOff val="0"/>
              <a:satOff val="0"/>
              <a:lumOff val="0"/>
              <a:alphaOff val="0"/>
            </a:schemeClr>
          </a:fontRef>
        </p:style>
        <p:txBody>
          <a:bodyPr spcFirstLastPara="0" vert="horz" wrap="square" lIns="0" tIns="0" rIns="0" bIns="0" numCol="1" spcCol="1270" rtlCol="0" anchor="t" anchorCtr="0">
            <a:noAutofit/>
          </a:bodyPr>
          <a:lstStyle/>
          <a:p>
            <a:pPr marL="0" lvl="0" indent="0" algn="ctr" defTabSz="1600200" rtl="0">
              <a:lnSpc>
                <a:spcPct val="90000"/>
              </a:lnSpc>
              <a:spcBef>
                <a:spcPct val="0"/>
              </a:spcBef>
              <a:spcAft>
                <a:spcPct val="35000"/>
              </a:spcAft>
              <a:buNone/>
            </a:pPr>
            <a:r>
              <a:rPr lang="fr-FR" sz="3600" kern="1200" noProof="0" dirty="0">
                <a:solidFill>
                  <a:schemeClr val="bg1"/>
                </a:solidFill>
              </a:rPr>
              <a:t>Vérification des erreurs</a:t>
            </a:r>
          </a:p>
        </p:txBody>
      </p:sp>
      <p:sp>
        <p:nvSpPr>
          <p:cNvPr id="5" name="ZoneTexte 4">
            <a:extLst>
              <a:ext uri="{FF2B5EF4-FFF2-40B4-BE49-F238E27FC236}">
                <a16:creationId xmlns:a16="http://schemas.microsoft.com/office/drawing/2014/main" id="{FC6EEE0F-3724-2B60-9E4D-7BA17A12791C}"/>
              </a:ext>
            </a:extLst>
          </p:cNvPr>
          <p:cNvSpPr txBox="1"/>
          <p:nvPr/>
        </p:nvSpPr>
        <p:spPr>
          <a:xfrm>
            <a:off x="581192" y="2937510"/>
            <a:ext cx="4789540" cy="1477328"/>
          </a:xfrm>
          <a:prstGeom prst="rect">
            <a:avLst/>
          </a:prstGeom>
          <a:noFill/>
        </p:spPr>
        <p:txBody>
          <a:bodyPr wrap="square">
            <a:spAutoFit/>
          </a:bodyPr>
          <a:lstStyle/>
          <a:p>
            <a:r>
              <a:rPr lang="fr-FR" b="0" i="0" dirty="0">
                <a:effectLst/>
                <a:latin typeface="Consolas" panose="020B0609020204030204" pitchFamily="49" charset="0"/>
              </a:rPr>
              <a:t>Pas de présence de:</a:t>
            </a:r>
          </a:p>
          <a:p>
            <a:pPr marL="285750" indent="-285750">
              <a:buFont typeface="Arial" panose="020B0604020202020204" pitchFamily="34" charset="0"/>
              <a:buChar char="•"/>
            </a:pPr>
            <a:r>
              <a:rPr lang="fr-FR" dirty="0">
                <a:latin typeface="Consolas" panose="020B0609020204030204" pitchFamily="49" charset="0"/>
              </a:rPr>
              <a:t>Format invalide</a:t>
            </a:r>
          </a:p>
          <a:p>
            <a:pPr marL="285750" indent="-285750">
              <a:buFont typeface="Arial" panose="020B0604020202020204" pitchFamily="34" charset="0"/>
              <a:buChar char="•"/>
            </a:pPr>
            <a:r>
              <a:rPr lang="fr-FR" dirty="0">
                <a:latin typeface="Consolas" panose="020B0609020204030204" pitchFamily="49" charset="0"/>
              </a:rPr>
              <a:t>Valeurs aberrantes</a:t>
            </a:r>
          </a:p>
          <a:p>
            <a:pPr marL="285750" indent="-285750">
              <a:buFont typeface="Arial" panose="020B0604020202020204" pitchFamily="34" charset="0"/>
              <a:buChar char="•"/>
            </a:pPr>
            <a:r>
              <a:rPr lang="fr-FR" dirty="0">
                <a:latin typeface="Consolas" panose="020B0609020204030204" pitchFamily="49" charset="0"/>
              </a:rPr>
              <a:t>Valeurs vides ou manquantes</a:t>
            </a:r>
          </a:p>
          <a:p>
            <a:pPr marL="285750" indent="-285750">
              <a:buFont typeface="Arial" panose="020B0604020202020204" pitchFamily="34" charset="0"/>
              <a:buChar char="•"/>
            </a:pPr>
            <a:r>
              <a:rPr lang="fr-FR" dirty="0">
                <a:latin typeface="Consolas" panose="020B0609020204030204" pitchFamily="49" charset="0"/>
              </a:rPr>
              <a:t>Pas de doublons dans les Id</a:t>
            </a:r>
            <a:endParaRPr lang="fr-FR" dirty="0"/>
          </a:p>
        </p:txBody>
      </p:sp>
      <p:sp>
        <p:nvSpPr>
          <p:cNvPr id="6" name="ZoneTexte 5">
            <a:extLst>
              <a:ext uri="{FF2B5EF4-FFF2-40B4-BE49-F238E27FC236}">
                <a16:creationId xmlns:a16="http://schemas.microsoft.com/office/drawing/2014/main" id="{B04CE598-C601-97DC-E5BA-EC500C98AF17}"/>
              </a:ext>
            </a:extLst>
          </p:cNvPr>
          <p:cNvSpPr txBox="1"/>
          <p:nvPr/>
        </p:nvSpPr>
        <p:spPr>
          <a:xfrm>
            <a:off x="4825615" y="2845177"/>
            <a:ext cx="6970931" cy="3416320"/>
          </a:xfrm>
          <a:prstGeom prst="rect">
            <a:avLst/>
          </a:prstGeom>
          <a:noFill/>
        </p:spPr>
        <p:txBody>
          <a:bodyPr wrap="square">
            <a:spAutoFit/>
          </a:bodyPr>
          <a:lstStyle/>
          <a:p>
            <a:r>
              <a:rPr lang="fr-FR" dirty="0">
                <a:latin typeface="Consolas" panose="020B0609020204030204" pitchFamily="49" charset="0"/>
              </a:rPr>
              <a:t>Conversions</a:t>
            </a:r>
          </a:p>
          <a:p>
            <a:r>
              <a:rPr lang="fr-FR" dirty="0">
                <a:latin typeface="Consolas" panose="020B0609020204030204" pitchFamily="49" charset="0"/>
              </a:rPr>
              <a:t>0	</a:t>
            </a:r>
            <a:r>
              <a:rPr lang="fr-FR" dirty="0" err="1">
                <a:latin typeface="Consolas" panose="020B0609020204030204" pitchFamily="49" charset="0"/>
              </a:rPr>
              <a:t>a_quitte_l_entreprise</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Oui/Non =&gt; bin</a:t>
            </a:r>
          </a:p>
          <a:p>
            <a:r>
              <a:rPr lang="fr-FR" dirty="0">
                <a:latin typeface="Consolas" panose="020B0609020204030204" pitchFamily="49" charset="0"/>
              </a:rPr>
              <a:t>7	</a:t>
            </a:r>
            <a:r>
              <a:rPr lang="fr-FR" dirty="0" err="1">
                <a:latin typeface="Consolas" panose="020B0609020204030204" pitchFamily="49" charset="0"/>
              </a:rPr>
              <a:t>domaine_etude</a:t>
            </a:r>
            <a:r>
              <a:rPr lang="fr-FR" dirty="0">
                <a:latin typeface="Consolas" panose="020B0609020204030204" pitchFamily="49" charset="0"/>
              </a:rPr>
              <a:t>	</a:t>
            </a:r>
            <a:r>
              <a:rPr lang="fr-FR" dirty="0" err="1">
                <a:latin typeface="Consolas" panose="020B0609020204030204" pitchFamily="49" charset="0"/>
              </a:rPr>
              <a:t>str</a:t>
            </a:r>
            <a:endParaRPr lang="fr-FR" dirty="0">
              <a:latin typeface="Consolas" panose="020B0609020204030204" pitchFamily="49" charset="0"/>
            </a:endParaRPr>
          </a:p>
          <a:p>
            <a:r>
              <a:rPr lang="fr-FR" dirty="0">
                <a:latin typeface="Consolas" panose="020B0609020204030204" pitchFamily="49" charset="0"/>
              </a:rPr>
              <a:t>8	</a:t>
            </a:r>
            <a:r>
              <a:rPr lang="fr-FR" dirty="0" err="1">
                <a:latin typeface="Consolas" panose="020B0609020204030204" pitchFamily="49" charset="0"/>
              </a:rPr>
              <a:t>ayant_enfants</a:t>
            </a:r>
            <a:r>
              <a:rPr lang="fr-FR" dirty="0">
                <a:latin typeface="Consolas" panose="020B0609020204030204" pitchFamily="49" charset="0"/>
              </a:rPr>
              <a:t>	</a:t>
            </a:r>
            <a:r>
              <a:rPr lang="fr-FR" dirty="0" err="1">
                <a:latin typeface="Consolas" panose="020B0609020204030204" pitchFamily="49" charset="0"/>
              </a:rPr>
              <a:t>str</a:t>
            </a:r>
            <a:endParaRPr lang="fr-FR" dirty="0">
              <a:latin typeface="Consolas" panose="020B0609020204030204" pitchFamily="49" charset="0"/>
            </a:endParaRPr>
          </a:p>
          <a:p>
            <a:r>
              <a:rPr lang="fr-FR" dirty="0">
                <a:latin typeface="Consolas" panose="020B0609020204030204" pitchFamily="49" charset="0"/>
              </a:rPr>
              <a:t>9	</a:t>
            </a:r>
            <a:r>
              <a:rPr lang="fr-FR" dirty="0" err="1">
                <a:latin typeface="Consolas" panose="020B0609020204030204" pitchFamily="49" charset="0"/>
              </a:rPr>
              <a:t>frequence_deplacement</a:t>
            </a:r>
            <a:r>
              <a:rPr lang="fr-FR" dirty="0">
                <a:latin typeface="Consolas" panose="020B0609020204030204" pitchFamily="49" charset="0"/>
              </a:rPr>
              <a:t>	</a:t>
            </a:r>
            <a:r>
              <a:rPr lang="fr-FR" dirty="0" err="1">
                <a:latin typeface="Consolas" panose="020B0609020204030204" pitchFamily="49" charset="0"/>
              </a:rPr>
              <a:t>str</a:t>
            </a:r>
            <a:endParaRPr lang="fr-FR" dirty="0">
              <a:latin typeface="Consolas" panose="020B0609020204030204" pitchFamily="49" charset="0"/>
            </a:endParaRPr>
          </a:p>
          <a:p>
            <a:r>
              <a:rPr lang="fr-FR" dirty="0">
                <a:latin typeface="Consolas" panose="020B0609020204030204" pitchFamily="49" charset="0"/>
              </a:rPr>
              <a:t>13	genre	</a:t>
            </a:r>
            <a:r>
              <a:rPr lang="fr-FR" dirty="0" err="1">
                <a:latin typeface="Consolas" panose="020B0609020204030204" pitchFamily="49" charset="0"/>
              </a:rPr>
              <a:t>str</a:t>
            </a:r>
            <a:r>
              <a:rPr lang="fr-FR" dirty="0">
                <a:latin typeface="Consolas" panose="020B0609020204030204" pitchFamily="49" charset="0"/>
              </a:rPr>
              <a:t>	M/F =&gt; bin</a:t>
            </a:r>
          </a:p>
          <a:p>
            <a:r>
              <a:rPr lang="fr-FR" dirty="0">
                <a:latin typeface="Consolas" panose="020B0609020204030204" pitchFamily="49" charset="0"/>
              </a:rPr>
              <a:t>15	</a:t>
            </a:r>
            <a:r>
              <a:rPr lang="fr-FR" dirty="0" err="1">
                <a:latin typeface="Consolas" panose="020B0609020204030204" pitchFamily="49" charset="0"/>
              </a:rPr>
              <a:t>statut_marital</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=&gt; classe</a:t>
            </a:r>
          </a:p>
          <a:p>
            <a:r>
              <a:rPr lang="fr-FR" dirty="0">
                <a:latin typeface="Consolas" panose="020B0609020204030204" pitchFamily="49" charset="0"/>
              </a:rPr>
              <a:t>16	</a:t>
            </a:r>
            <a:r>
              <a:rPr lang="fr-FR" dirty="0" err="1">
                <a:latin typeface="Consolas" panose="020B0609020204030204" pitchFamily="49" charset="0"/>
              </a:rPr>
              <a:t>departement</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=&gt; classe</a:t>
            </a:r>
          </a:p>
          <a:p>
            <a:r>
              <a:rPr lang="fr-FR" dirty="0">
                <a:latin typeface="Consolas" panose="020B0609020204030204" pitchFamily="49" charset="0"/>
              </a:rPr>
              <a:t>17	poste	</a:t>
            </a:r>
            <a:r>
              <a:rPr lang="fr-FR" dirty="0" err="1">
                <a:latin typeface="Consolas" panose="020B0609020204030204" pitchFamily="49" charset="0"/>
              </a:rPr>
              <a:t>str</a:t>
            </a:r>
            <a:r>
              <a:rPr lang="fr-FR" dirty="0">
                <a:latin typeface="Consolas" panose="020B0609020204030204" pitchFamily="49" charset="0"/>
              </a:rPr>
              <a:t> =&gt; classe</a:t>
            </a:r>
          </a:p>
          <a:p>
            <a:r>
              <a:rPr lang="fr-FR" dirty="0">
                <a:latin typeface="Consolas" panose="020B0609020204030204" pitchFamily="49" charset="0"/>
              </a:rPr>
              <a:t>30	</a:t>
            </a:r>
            <a:r>
              <a:rPr lang="fr-FR" dirty="0" err="1">
                <a:latin typeface="Consolas" panose="020B0609020204030204" pitchFamily="49" charset="0"/>
              </a:rPr>
              <a:t>heure_supplementaires</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Oui/Non =&gt; bin</a:t>
            </a:r>
          </a:p>
          <a:p>
            <a:r>
              <a:rPr lang="fr-FR" dirty="0">
                <a:latin typeface="Consolas" panose="020B0609020204030204" pitchFamily="49" charset="0"/>
              </a:rPr>
              <a:t>31	</a:t>
            </a:r>
            <a:r>
              <a:rPr lang="fr-FR" dirty="0" err="1">
                <a:latin typeface="Consolas" panose="020B0609020204030204" pitchFamily="49" charset="0"/>
              </a:rPr>
              <a:t>augementation_salaire_precedente</a:t>
            </a:r>
            <a:r>
              <a:rPr lang="fr-FR" dirty="0">
                <a:latin typeface="Consolas" panose="020B0609020204030204" pitchFamily="49" charset="0"/>
              </a:rPr>
              <a:t>	</a:t>
            </a:r>
            <a:r>
              <a:rPr lang="fr-FR" dirty="0" err="1">
                <a:latin typeface="Consolas" panose="020B0609020204030204" pitchFamily="49" charset="0"/>
              </a:rPr>
              <a:t>str</a:t>
            </a:r>
            <a:r>
              <a:rPr lang="fr-FR" dirty="0">
                <a:latin typeface="Consolas" panose="020B0609020204030204" pitchFamily="49" charset="0"/>
              </a:rPr>
              <a:t>	% =&gt; </a:t>
            </a:r>
            <a:r>
              <a:rPr lang="fr-FR" dirty="0" err="1">
                <a:latin typeface="Consolas" panose="020B0609020204030204" pitchFamily="49" charset="0"/>
              </a:rPr>
              <a:t>int</a:t>
            </a:r>
            <a:endParaRPr lang="fr-FR" dirty="0">
              <a:latin typeface="Consolas" panose="020B0609020204030204" pitchFamily="49" charset="0"/>
            </a:endParaRPr>
          </a:p>
          <a:p>
            <a:endParaRPr lang="fr-FR" dirty="0">
              <a:latin typeface="Consolas" panose="020B0609020204030204" pitchFamily="49" charset="0"/>
            </a:endParaRPr>
          </a:p>
        </p:txBody>
      </p:sp>
    </p:spTree>
    <p:extLst>
      <p:ext uri="{BB962C8B-B14F-4D97-AF65-F5344CB8AC3E}">
        <p14:creationId xmlns:p14="http://schemas.microsoft.com/office/powerpoint/2010/main" val="554302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FDA9692-ECDC-4B59-86B2-8C90FDE1A0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536712"/>
            <a:ext cx="12192000" cy="632128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sp>
        <p:nvSpPr>
          <p:cNvPr id="31" name="Rectangle 30">
            <a:extLst>
              <a:ext uri="{FF2B5EF4-FFF2-40B4-BE49-F238E27FC236}">
                <a16:creationId xmlns:a16="http://schemas.microsoft.com/office/drawing/2014/main" id="{12C05506-42A1-49C0-9D87-081CCD9023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447817" y="5141974"/>
            <a:ext cx="11290860" cy="125882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2" name="Titre 1">
            <a:extLst>
              <a:ext uri="{FF2B5EF4-FFF2-40B4-BE49-F238E27FC236}">
                <a16:creationId xmlns:a16="http://schemas.microsoft.com/office/drawing/2014/main" id="{5B040558-A365-4CCE-92FA-5A48CD98F9C9}"/>
              </a:ext>
            </a:extLst>
          </p:cNvPr>
          <p:cNvSpPr>
            <a:spLocks noGrp="1"/>
          </p:cNvSpPr>
          <p:nvPr>
            <p:ph type="title"/>
          </p:nvPr>
        </p:nvSpPr>
        <p:spPr>
          <a:xfrm>
            <a:off x="581192" y="5264487"/>
            <a:ext cx="11029616" cy="718870"/>
          </a:xfrm>
        </p:spPr>
        <p:txBody>
          <a:bodyPr rtlCol="0">
            <a:normAutofit/>
          </a:bodyPr>
          <a:lstStyle/>
          <a:p>
            <a:pPr rtl="0"/>
            <a:r>
              <a:rPr lang="fr-FR" dirty="0">
                <a:solidFill>
                  <a:srgbClr val="FFFEFF"/>
                </a:solidFill>
              </a:rPr>
              <a:t>Exigences technologiques</a:t>
            </a:r>
          </a:p>
        </p:txBody>
      </p:sp>
      <p:graphicFrame>
        <p:nvGraphicFramePr>
          <p:cNvPr id="4" name="Espace réservé du contenu 3" descr="Graphique icône SmartArt">
            <a:extLst>
              <a:ext uri="{FF2B5EF4-FFF2-40B4-BE49-F238E27FC236}">
                <a16:creationId xmlns:a16="http://schemas.microsoft.com/office/drawing/2014/main" id="{81E592E1-99DF-4294-A2E9-EF46299BD3F4}"/>
              </a:ext>
            </a:extLst>
          </p:cNvPr>
          <p:cNvGraphicFramePr>
            <a:graphicFrameLocks noGrp="1"/>
          </p:cNvGraphicFramePr>
          <p:nvPr>
            <p:ph idx="1"/>
            <p:extLst>
              <p:ext uri="{D42A27DB-BD31-4B8C-83A1-F6EECF244321}">
                <p14:modId xmlns:p14="http://schemas.microsoft.com/office/powerpoint/2010/main" val="4223713530"/>
              </p:ext>
            </p:extLst>
          </p:nvPr>
        </p:nvGraphicFramePr>
        <p:xfrm>
          <a:off x="642938" y="858445"/>
          <a:ext cx="10906125" cy="39612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033425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21633EB-7DCB-4DDC-80AF-C885A3EE1245}"/>
              </a:ext>
            </a:extLst>
          </p:cNvPr>
          <p:cNvSpPr>
            <a:spLocks noGrp="1"/>
          </p:cNvSpPr>
          <p:nvPr>
            <p:ph type="title"/>
          </p:nvPr>
        </p:nvSpPr>
        <p:spPr/>
        <p:txBody>
          <a:bodyPr rtlCol="0"/>
          <a:lstStyle/>
          <a:p>
            <a:pPr rtl="0"/>
            <a:r>
              <a:rPr lang="fr-FR"/>
              <a:t>Contexte concurrentiel</a:t>
            </a:r>
          </a:p>
        </p:txBody>
      </p:sp>
      <p:pic>
        <p:nvPicPr>
          <p:cNvPr id="11" name="Espace réservé du contenu 4" descr="Graphiques">
            <a:extLst>
              <a:ext uri="{FF2B5EF4-FFF2-40B4-BE49-F238E27FC236}">
                <a16:creationId xmlns:a16="http://schemas.microsoft.com/office/drawing/2014/main" id="{47D9BE16-119C-43B2-9AE6-18C4A150C0EF}"/>
              </a:ext>
            </a:extLst>
          </p:cNvPr>
          <p:cNvPicPr>
            <a:picLocks noGrp="1" noChangeAspect="1"/>
          </p:cNvPicPr>
          <p:nvPr>
            <p:ph sz="half" idx="1"/>
          </p:nvPr>
        </p:nvPicPr>
        <p:blipFill rotWithShape="1">
          <a:blip r:embed="rId3" cstate="screen">
            <a:extLst>
              <a:ext uri="{28A0092B-C50C-407E-A947-70E740481C1C}">
                <a14:useLocalDpi xmlns:a14="http://schemas.microsoft.com/office/drawing/2010/main"/>
              </a:ext>
            </a:extLst>
          </a:blip>
          <a:stretch/>
        </p:blipFill>
        <p:spPr>
          <a:xfrm>
            <a:off x="581025" y="2231480"/>
            <a:ext cx="5422900" cy="3625353"/>
          </a:xfrm>
        </p:spPr>
      </p:pic>
      <p:pic>
        <p:nvPicPr>
          <p:cNvPr id="18" name="Espace réservé du contenu 17" descr="Espace réservé au graphique">
            <a:extLst>
              <a:ext uri="{FF2B5EF4-FFF2-40B4-BE49-F238E27FC236}">
                <a16:creationId xmlns:a16="http://schemas.microsoft.com/office/drawing/2014/main" id="{BFEA8EC1-23A4-4843-A9C3-AE771D73392A}"/>
              </a:ext>
            </a:extLst>
          </p:cNvPr>
          <p:cNvPicPr>
            <a:picLocks noGrp="1" noChangeAspect="1"/>
          </p:cNvPicPr>
          <p:nvPr>
            <p:ph sz="half" idx="2"/>
          </p:nvPr>
        </p:nvPicPr>
        <p:blipFill>
          <a:blip r:embed="rId4"/>
          <a:srcRect/>
          <a:stretch/>
        </p:blipFill>
        <p:spPr>
          <a:xfrm>
            <a:off x="6201812" y="2571845"/>
            <a:ext cx="5395426" cy="2944623"/>
          </a:xfrm>
          <a:prstGeom prst="rect">
            <a:avLst/>
          </a:prstGeom>
        </p:spPr>
      </p:pic>
    </p:spTree>
    <p:extLst>
      <p:ext uri="{BB962C8B-B14F-4D97-AF65-F5344CB8AC3E}">
        <p14:creationId xmlns:p14="http://schemas.microsoft.com/office/powerpoint/2010/main" val="4976075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4AE9D071-98CF-435C-BD2B-976514544DC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dirty="0"/>
          </a:p>
        </p:txBody>
      </p:sp>
      <p:pic>
        <p:nvPicPr>
          <p:cNvPr id="8" name="Espace réservé du contenu 4" descr="Valeurs numériques">
            <a:extLst>
              <a:ext uri="{FF2B5EF4-FFF2-40B4-BE49-F238E27FC236}">
                <a16:creationId xmlns:a16="http://schemas.microsoft.com/office/drawing/2014/main" id="{EA70616B-E344-4856-8DF9-707C26236613}"/>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t="10681" r="9091" b="12711"/>
          <a:stretch/>
        </p:blipFill>
        <p:spPr>
          <a:xfrm>
            <a:off x="20" y="10"/>
            <a:ext cx="12191980" cy="6857990"/>
          </a:xfrm>
          <a:prstGeom prst="rect">
            <a:avLst/>
          </a:prstGeom>
        </p:spPr>
      </p:pic>
      <p:grpSp>
        <p:nvGrpSpPr>
          <p:cNvPr id="15" name="Groupe 14">
            <a:extLst>
              <a:ext uri="{FF2B5EF4-FFF2-40B4-BE49-F238E27FC236}">
                <a16:creationId xmlns:a16="http://schemas.microsoft.com/office/drawing/2014/main" id="{D619FC33-16ED-4246-9596-BEFEB55E4C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38067" y="457200"/>
            <a:ext cx="7507083" cy="5935132"/>
            <a:chOff x="438067" y="457200"/>
            <a:chExt cx="7507083" cy="5935132"/>
          </a:xfrm>
        </p:grpSpPr>
        <p:sp>
          <p:nvSpPr>
            <p:cNvPr id="16" name="Rectangle 15">
              <a:extLst>
                <a:ext uri="{FF2B5EF4-FFF2-40B4-BE49-F238E27FC236}">
                  <a16:creationId xmlns:a16="http://schemas.microsoft.com/office/drawing/2014/main" id="{2EEA80E1-F99F-4009-837F-2F72F8A5D58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7" y="618067"/>
              <a:ext cx="7503665" cy="5774265"/>
            </a:xfrm>
            <a:prstGeom prst="rect">
              <a:avLst/>
            </a:prstGeom>
            <a:solidFill>
              <a:schemeClr val="accent1">
                <a:alpha val="97000"/>
              </a:schemeClr>
            </a:solidFill>
            <a:ln w="6350" cmpd="sng">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7" name="Rectangle 16">
              <a:extLst>
                <a:ext uri="{FF2B5EF4-FFF2-40B4-BE49-F238E27FC236}">
                  <a16:creationId xmlns:a16="http://schemas.microsoft.com/office/drawing/2014/main" id="{0230AF9A-4641-4BD8-9F95-9607CD304039}"/>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38068"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8" name="Rectangle 17">
              <a:extLst>
                <a:ext uri="{FF2B5EF4-FFF2-40B4-BE49-F238E27FC236}">
                  <a16:creationId xmlns:a16="http://schemas.microsoft.com/office/drawing/2014/main" id="{8703D4EC-9389-41B6-B88B-B6FDC8CD333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 name="Titre 1">
            <a:extLst>
              <a:ext uri="{FF2B5EF4-FFF2-40B4-BE49-F238E27FC236}">
                <a16:creationId xmlns:a16="http://schemas.microsoft.com/office/drawing/2014/main" id="{7F2616EE-270D-4F4C-BA1F-2708D387B800}"/>
              </a:ext>
            </a:extLst>
          </p:cNvPr>
          <p:cNvSpPr>
            <a:spLocks noGrp="1"/>
          </p:cNvSpPr>
          <p:nvPr>
            <p:ph type="title"/>
          </p:nvPr>
        </p:nvSpPr>
        <p:spPr>
          <a:xfrm>
            <a:off x="584200" y="1006956"/>
            <a:ext cx="7213600" cy="1121871"/>
          </a:xfrm>
        </p:spPr>
        <p:txBody>
          <a:bodyPr rtlCol="0" anchor="ctr">
            <a:normAutofit/>
          </a:bodyPr>
          <a:lstStyle/>
          <a:p>
            <a:pPr algn="ctr" rtl="0"/>
            <a:r>
              <a:rPr lang="fr-FR" dirty="0"/>
              <a:t>Communications numériques</a:t>
            </a:r>
          </a:p>
        </p:txBody>
      </p:sp>
      <p:graphicFrame>
        <p:nvGraphicFramePr>
          <p:cNvPr id="6" name="Espace réservé du contenu 5" descr="Graphique SmartArt">
            <a:extLst>
              <a:ext uri="{FF2B5EF4-FFF2-40B4-BE49-F238E27FC236}">
                <a16:creationId xmlns:a16="http://schemas.microsoft.com/office/drawing/2014/main" id="{BF629521-FFD2-45DA-9D1D-A5F09BD5A2D9}"/>
              </a:ext>
            </a:extLst>
          </p:cNvPr>
          <p:cNvGraphicFramePr>
            <a:graphicFrameLocks noGrp="1"/>
          </p:cNvGraphicFramePr>
          <p:nvPr>
            <p:ph idx="1"/>
            <p:extLst>
              <p:ext uri="{D42A27DB-BD31-4B8C-83A1-F6EECF244321}">
                <p14:modId xmlns:p14="http://schemas.microsoft.com/office/powerpoint/2010/main" val="407969185"/>
              </p:ext>
            </p:extLst>
          </p:nvPr>
        </p:nvGraphicFramePr>
        <p:xfrm>
          <a:off x="719571" y="2198254"/>
          <a:ext cx="6854248" cy="35639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4209322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379F11E2-8BA5-4C5C-AE7C-361E5EA011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0" y="1"/>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fr-FR"/>
          </a:p>
        </p:txBody>
      </p:sp>
      <p:sp>
        <p:nvSpPr>
          <p:cNvPr id="12" name="Rectangle 11">
            <a:extLst>
              <a:ext uri="{FF2B5EF4-FFF2-40B4-BE49-F238E27FC236}">
                <a16:creationId xmlns:a16="http://schemas.microsoft.com/office/drawing/2014/main" id="{7C00E1DA-EC7C-40FC-95E3-11FDCD2E42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p:cNvSpPr>
          <p:nvPr>
            <p:extLst>
              <p:ext uri="{386F3935-93C4-4BCD-93E2-E3B085C9AB24}">
                <p16:designElem xmlns:p16="http://schemas.microsoft.com/office/powerpoint/2015/main" val="1"/>
              </p:ext>
            </p:extLst>
          </p:nvPr>
        </p:nvSpPr>
        <p:spPr>
          <a:xfrm>
            <a:off x="8042147" y="723899"/>
            <a:ext cx="3703320" cy="566666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nvGrpSpPr>
          <p:cNvPr id="14" name="Groupe 13">
            <a:extLst>
              <a:ext uri="{FF2B5EF4-FFF2-40B4-BE49-F238E27FC236}">
                <a16:creationId xmlns:a16="http://schemas.microsoft.com/office/drawing/2014/main" id="{9A421166-2996-41A7-B094-AE5316F347D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46534" y="453643"/>
            <a:ext cx="11298933" cy="98554"/>
            <a:chOff x="446534" y="453643"/>
            <a:chExt cx="11298933" cy="98554"/>
          </a:xfrm>
        </p:grpSpPr>
        <p:sp>
          <p:nvSpPr>
            <p:cNvPr id="15" name="Rectangle 14">
              <a:extLst>
                <a:ext uri="{FF2B5EF4-FFF2-40B4-BE49-F238E27FC236}">
                  <a16:creationId xmlns:a16="http://schemas.microsoft.com/office/drawing/2014/main" id="{FDBB1B92-A3EB-43E4-8FAB-D20E8ED14CEF}"/>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46534" y="457200"/>
              <a:ext cx="3703320" cy="94997"/>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6" name="Rectangle 15">
              <a:extLst>
                <a:ext uri="{FF2B5EF4-FFF2-40B4-BE49-F238E27FC236}">
                  <a16:creationId xmlns:a16="http://schemas.microsoft.com/office/drawing/2014/main" id="{3F3972F4-FE7E-48EA-AAD8-9BE5750A6672}"/>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8042147" y="453643"/>
              <a:ext cx="3703320" cy="98554"/>
            </a:xfrm>
            <a:prstGeom prst="rect">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sp>
          <p:nvSpPr>
            <p:cNvPr id="17" name="Rectangle 16">
              <a:extLst>
                <a:ext uri="{FF2B5EF4-FFF2-40B4-BE49-F238E27FC236}">
                  <a16:creationId xmlns:a16="http://schemas.microsoft.com/office/drawing/2014/main" id="{221614E5-870B-4D5E-A43B-8FF7E5323484}"/>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a:xfrm>
              <a:off x="4241830" y="457200"/>
              <a:ext cx="3703320" cy="91440"/>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fr-FR"/>
            </a:p>
          </p:txBody>
        </p:sp>
      </p:grpSp>
      <p:sp>
        <p:nvSpPr>
          <p:cNvPr id="2" name="Titre 1">
            <a:extLst>
              <a:ext uri="{FF2B5EF4-FFF2-40B4-BE49-F238E27FC236}">
                <a16:creationId xmlns:a16="http://schemas.microsoft.com/office/drawing/2014/main" id="{0F87E73C-2B1A-4602-BFBE-CFE1E55D9B38}"/>
              </a:ext>
            </a:extLst>
          </p:cNvPr>
          <p:cNvSpPr>
            <a:spLocks noGrp="1"/>
          </p:cNvSpPr>
          <p:nvPr>
            <p:ph type="ctrTitle"/>
          </p:nvPr>
        </p:nvSpPr>
        <p:spPr>
          <a:xfrm>
            <a:off x="8296275" y="1419226"/>
            <a:ext cx="3081576" cy="1746762"/>
          </a:xfrm>
        </p:spPr>
        <p:txBody>
          <a:bodyPr rtlCol="0">
            <a:normAutofit/>
          </a:bodyPr>
          <a:lstStyle/>
          <a:p>
            <a:pPr rtl="0"/>
            <a:r>
              <a:rPr lang="fr-FR">
                <a:solidFill>
                  <a:srgbClr val="FFFFFF"/>
                </a:solidFill>
              </a:rPr>
              <a:t>Merci</a:t>
            </a:r>
          </a:p>
        </p:txBody>
      </p:sp>
      <p:sp>
        <p:nvSpPr>
          <p:cNvPr id="3" name="Sous-titre 2">
            <a:extLst>
              <a:ext uri="{FF2B5EF4-FFF2-40B4-BE49-F238E27FC236}">
                <a16:creationId xmlns:a16="http://schemas.microsoft.com/office/drawing/2014/main" id="{A9CB511D-EA45-4336-847C-1252667143B5}"/>
              </a:ext>
            </a:extLst>
          </p:cNvPr>
          <p:cNvSpPr>
            <a:spLocks noGrp="1"/>
          </p:cNvSpPr>
          <p:nvPr>
            <p:ph type="subTitle" idx="1"/>
          </p:nvPr>
        </p:nvSpPr>
        <p:spPr>
          <a:xfrm>
            <a:off x="8296275" y="3505095"/>
            <a:ext cx="3081576" cy="2629006"/>
          </a:xfrm>
        </p:spPr>
        <p:txBody>
          <a:bodyPr rtlCol="0">
            <a:normAutofit/>
          </a:bodyPr>
          <a:lstStyle/>
          <a:p>
            <a:pPr rtl="0"/>
            <a:r>
              <a:rPr lang="fr-FR">
                <a:solidFill>
                  <a:schemeClr val="bg2"/>
                </a:solidFill>
              </a:rPr>
              <a:t>someone@example.com</a:t>
            </a:r>
          </a:p>
          <a:p>
            <a:pPr rtl="0"/>
            <a:endParaRPr lang="fr-FR">
              <a:solidFill>
                <a:schemeClr val="bg2"/>
              </a:solidFill>
            </a:endParaRPr>
          </a:p>
          <a:p>
            <a:pPr rtl="0"/>
            <a:endParaRPr lang="fr-FR">
              <a:solidFill>
                <a:schemeClr val="bg2"/>
              </a:solidFill>
            </a:endParaRPr>
          </a:p>
        </p:txBody>
      </p:sp>
      <p:pic>
        <p:nvPicPr>
          <p:cNvPr id="5" name="Image 4" descr="Valeurs numériques">
            <a:extLst>
              <a:ext uri="{FF2B5EF4-FFF2-40B4-BE49-F238E27FC236}">
                <a16:creationId xmlns:a16="http://schemas.microsoft.com/office/drawing/2014/main" id="{A21EA617-6D48-425F-97A8-7FEC82C8F401}"/>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l="2189" r="9642" b="1"/>
          <a:stretch/>
        </p:blipFill>
        <p:spPr>
          <a:xfrm>
            <a:off x="446534" y="723899"/>
            <a:ext cx="7498616" cy="5676901"/>
          </a:xfrm>
          <a:prstGeom prst="rect">
            <a:avLst/>
          </a:prstGeom>
        </p:spPr>
      </p:pic>
    </p:spTree>
    <p:extLst>
      <p:ext uri="{BB962C8B-B14F-4D97-AF65-F5344CB8AC3E}">
        <p14:creationId xmlns:p14="http://schemas.microsoft.com/office/powerpoint/2010/main" val="3501347425"/>
      </p:ext>
    </p:extLst>
  </p:cSld>
  <p:clrMapOvr>
    <a:masterClrMapping/>
  </p:clrMapOvr>
</p:sld>
</file>

<file path=ppt/theme/theme1.xml><?xml version="1.0" encoding="utf-8"?>
<a:theme xmlns:a="http://schemas.openxmlformats.org/drawingml/2006/main" name="Personnalisé">
  <a:themeElements>
    <a:clrScheme name="Dividend">
      <a:dk1>
        <a:sysClr val="windowText" lastClr="000000"/>
      </a:dk1>
      <a:lt1>
        <a:sysClr val="window" lastClr="FFFFFF"/>
      </a:lt1>
      <a:dk2>
        <a:srgbClr val="3D3D3D"/>
      </a:dk2>
      <a:lt2>
        <a:srgbClr val="EBEBEB"/>
      </a:lt2>
      <a:accent1>
        <a:srgbClr val="1A3260"/>
      </a:accent1>
      <a:accent2>
        <a:srgbClr val="4590B8"/>
      </a:accent2>
      <a:accent3>
        <a:srgbClr val="45CBE8"/>
      </a:accent3>
      <a:accent4>
        <a:srgbClr val="969FA7"/>
      </a:accent4>
      <a:accent5>
        <a:srgbClr val="A2C777"/>
      </a:accent5>
      <a:accent6>
        <a:srgbClr val="42955F"/>
      </a:accent6>
      <a:hlink>
        <a:srgbClr val="828282"/>
      </a:hlink>
      <a:folHlink>
        <a:srgbClr val="A5A5A5"/>
      </a:folHlink>
    </a:clrScheme>
    <a:fontScheme name="Dividend">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Dividend">
      <a:fillStyleLst>
        <a:solidFill>
          <a:schemeClr val="phClr"/>
        </a:solidFill>
        <a:gradFill rotWithShape="1">
          <a:gsLst>
            <a:gs pos="0">
              <a:schemeClr val="phClr">
                <a:tint val="68000"/>
                <a:alpha val="90000"/>
                <a:lumMod val="100000"/>
              </a:schemeClr>
            </a:gs>
            <a:gs pos="100000">
              <a:schemeClr val="phClr">
                <a:tint val="90000"/>
                <a:lumMod val="95000"/>
              </a:schemeClr>
            </a:gs>
          </a:gsLst>
          <a:lin ang="5400000" scaled="1"/>
        </a:gradFill>
        <a:gradFill rotWithShape="1">
          <a:gsLst>
            <a:gs pos="0">
              <a:schemeClr val="phClr">
                <a:tint val="98000"/>
                <a:lumMod val="110000"/>
              </a:schemeClr>
            </a:gs>
            <a:gs pos="84000">
              <a:schemeClr val="phClr">
                <a:shade val="90000"/>
                <a:lumMod val="88000"/>
              </a:schemeClr>
            </a:gs>
          </a:gsLst>
          <a:lin ang="5400000" scaled="0"/>
        </a:gradFill>
      </a:fillStyleLst>
      <a:lnStyleLst>
        <a:ln w="12700" cap="rnd" cmpd="sng" algn="ctr">
          <a:solidFill>
            <a:schemeClr val="phClr">
              <a:lumMod val="90000"/>
            </a:schemeClr>
          </a:solidFill>
          <a:prstDash val="solid"/>
        </a:ln>
        <a:ln w="2222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55000"/>
              </a:srgbClr>
            </a:outerShdw>
          </a:effectLst>
        </a:effectStyle>
        <a:effectStyle>
          <a:effectLst>
            <a:outerShdw blurRad="88900" dist="38100" dir="5040000" rotWithShape="0">
              <a:srgbClr val="000000">
                <a:alpha val="60000"/>
              </a:srgbClr>
            </a:outerShdw>
          </a:effectLst>
          <a:scene3d>
            <a:camera prst="orthographicFront">
              <a:rot lat="0" lon="0" rev="0"/>
            </a:camera>
            <a:lightRig rig="threePt" dir="tl">
              <a:rot lat="0" lon="0" rev="1200000"/>
            </a:lightRig>
          </a:scene3d>
          <a:sp3d>
            <a:bevelT w="38100" h="50800"/>
          </a:sp3d>
        </a:effectStyle>
      </a:effectStyleLst>
      <a:bgFillStyleLst>
        <a:solidFill>
          <a:schemeClr val="phClr"/>
        </a:solidFill>
        <a:gradFill rotWithShape="1">
          <a:gsLst>
            <a:gs pos="0">
              <a:schemeClr val="phClr">
                <a:tint val="90000"/>
                <a:lumMod val="110000"/>
              </a:schemeClr>
            </a:gs>
            <a:gs pos="88000">
              <a:schemeClr val="phClr">
                <a:shade val="94000"/>
                <a:satMod val="110000"/>
                <a:lumMod val="88000"/>
              </a:schemeClr>
            </a:gs>
          </a:gsLst>
          <a:lin ang="5400000" scaled="0"/>
        </a:gradFill>
        <a:gradFill rotWithShape="1">
          <a:gsLst>
            <a:gs pos="0">
              <a:schemeClr val="phClr">
                <a:tint val="90000"/>
                <a:lumMod val="110000"/>
              </a:schemeClr>
            </a:gs>
            <a:gs pos="100000">
              <a:schemeClr val="phClr">
                <a:shade val="98000"/>
                <a:satMod val="110000"/>
                <a:lumMod val="8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Office_61208800_TF56390039_Win32" id="{FCB14B3E-2B92-48B8-A334-05E7A8EE34E1}" vid="{B6EC9E21-8C82-4EB1-BBE7-A370F785D0C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Conception technique</Template>
  <TotalTime>271</TotalTime>
  <Words>242</Words>
  <Application>Microsoft Office PowerPoint</Application>
  <PresentationFormat>Grand écran</PresentationFormat>
  <Paragraphs>50</Paragraphs>
  <Slides>11</Slides>
  <Notes>5</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11</vt:i4>
      </vt:variant>
    </vt:vector>
  </HeadingPairs>
  <TitlesOfParts>
    <vt:vector size="17" baseType="lpstr">
      <vt:lpstr>Arial</vt:lpstr>
      <vt:lpstr>Calibri</vt:lpstr>
      <vt:lpstr>Consolas</vt:lpstr>
      <vt:lpstr>Gill Sans MT</vt:lpstr>
      <vt:lpstr>Wingdings 2</vt:lpstr>
      <vt:lpstr>Personnalisé</vt:lpstr>
      <vt:lpstr>TechNova </vt:lpstr>
      <vt:lpstr>Formation Développeur IA</vt:lpstr>
      <vt:lpstr>Analyse des données</vt:lpstr>
      <vt:lpstr>Nettoyage des données</vt:lpstr>
      <vt:lpstr>Nettoyage des données</vt:lpstr>
      <vt:lpstr>Nettoyage des données</vt:lpstr>
      <vt:lpstr>Nettoyage des données</vt:lpstr>
      <vt:lpstr>Exigences technologiques</vt:lpstr>
      <vt:lpstr>Contexte concurrentiel</vt:lpstr>
      <vt:lpstr>Communications numériques</vt:lpstr>
      <vt:lpstr>Merci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auguey</dc:creator>
  <cp:lastModifiedBy>thomas auguey</cp:lastModifiedBy>
  <cp:revision>13</cp:revision>
  <dcterms:created xsi:type="dcterms:W3CDTF">2026-06-01T07:45:08Z</dcterms:created>
  <dcterms:modified xsi:type="dcterms:W3CDTF">2026-06-02T09:30:59Z</dcterms:modified>
</cp:coreProperties>
</file>