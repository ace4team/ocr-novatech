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1"/>
  </p:sldMasterIdLst>
  <p:notesMasterIdLst>
    <p:notesMasterId r:id="rId8"/>
  </p:notesMasterIdLst>
  <p:handoutMasterIdLst>
    <p:handoutMasterId r:id="rId9"/>
  </p:handoutMasterIdLst>
  <p:sldIdLst>
    <p:sldId id="256" r:id="rId2"/>
    <p:sldId id="262" r:id="rId3"/>
    <p:sldId id="261" r:id="rId4"/>
    <p:sldId id="258" r:id="rId5"/>
    <p:sldId id="259" r:id="rId6"/>
    <p:sldId id="260" r:id="rId7"/>
  </p:sldIdLst>
  <p:sldSz cx="12192000" cy="6858000"/>
  <p:notesSz cx="6858000" cy="9144000"/>
  <p:defaultTextStyle>
    <a:defPPr rtl="0">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48" autoAdjust="0"/>
  </p:normalViewPr>
  <p:slideViewPr>
    <p:cSldViewPr snapToGrid="0">
      <p:cViewPr varScale="1">
        <p:scale>
          <a:sx n="107" d="100"/>
          <a:sy n="107" d="100"/>
        </p:scale>
        <p:origin x="696" y="11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6" d="100"/>
          <a:sy n="86" d="100"/>
        </p:scale>
        <p:origin x="3114"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handoutMaster" Target="handoutMasters/handout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colors1.xml><?xml version="1.0" encoding="utf-8"?>
<dgm:colorsDef xmlns:dgm="http://schemas.openxmlformats.org/drawingml/2006/diagram" xmlns:a="http://schemas.openxmlformats.org/drawingml/2006/main" uniqueId="urn:microsoft.com/office/officeart/2018/5/colors/Iconchunking_neutralbg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a:alpha val="0"/>
      </a:schemeClr>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D9C16A6-8C48-4165-8DAF-8C957C12A8FA}" type="doc">
      <dgm:prSet loTypeId="urn:microsoft.com/office/officeart/2018/2/layout/IconLabelList" loCatId="icon" qsTypeId="urn:microsoft.com/office/officeart/2005/8/quickstyle/simple1" qsCatId="simple" csTypeId="urn:microsoft.com/office/officeart/2018/5/colors/Iconchunking_neutralbg_accent2_2" csCatId="accent2" phldr="1"/>
      <dgm:spPr/>
    </dgm:pt>
    <dgm:pt modelId="{701D68F5-42F8-47BC-8FED-84C50F595DF0}">
      <dgm:prSet phldrT="[Text]"/>
      <dgm:spPr/>
      <dgm:t>
        <a:bodyPr rtlCol="0"/>
        <a:lstStyle/>
        <a:p>
          <a:pPr rtl="0"/>
          <a:r>
            <a:rPr lang="fr-FR" noProof="0" dirty="0"/>
            <a:t>Réseau</a:t>
          </a:r>
        </a:p>
      </dgm:t>
    </dgm:pt>
    <dgm:pt modelId="{9617668C-C38C-4017-8DDF-37855B15D110}" type="parTrans" cxnId="{C4BA385D-31ED-40EF-A5D6-98DFBA64E71A}">
      <dgm:prSet/>
      <dgm:spPr/>
      <dgm:t>
        <a:bodyPr rtlCol="0"/>
        <a:lstStyle/>
        <a:p>
          <a:pPr rtl="0"/>
          <a:endParaRPr lang="fr-FR" noProof="0" dirty="0"/>
        </a:p>
      </dgm:t>
    </dgm:pt>
    <dgm:pt modelId="{0C95B389-AC0C-4055-9AA3-38815EFC8B0A}" type="sibTrans" cxnId="{C4BA385D-31ED-40EF-A5D6-98DFBA64E71A}">
      <dgm:prSet/>
      <dgm:spPr/>
      <dgm:t>
        <a:bodyPr rtlCol="0"/>
        <a:lstStyle/>
        <a:p>
          <a:pPr rtl="0"/>
          <a:endParaRPr lang="fr-FR" noProof="0" dirty="0"/>
        </a:p>
      </dgm:t>
    </dgm:pt>
    <dgm:pt modelId="{91A66877-AC1C-46D9-BF2C-6024B638DEA9}">
      <dgm:prSet phldrT="[Text]"/>
      <dgm:spPr/>
      <dgm:t>
        <a:bodyPr rtlCol="0"/>
        <a:lstStyle/>
        <a:p>
          <a:pPr rtl="0"/>
          <a:r>
            <a:rPr lang="fr-FR" noProof="0" dirty="0"/>
            <a:t>Satellite</a:t>
          </a:r>
        </a:p>
      </dgm:t>
    </dgm:pt>
    <dgm:pt modelId="{913FED05-DF41-48A7-B1F8-81937A468EF9}" type="parTrans" cxnId="{7F0DAB6F-9257-4F2D-B31A-3418F73F6952}">
      <dgm:prSet/>
      <dgm:spPr/>
      <dgm:t>
        <a:bodyPr rtlCol="0"/>
        <a:lstStyle/>
        <a:p>
          <a:pPr rtl="0"/>
          <a:endParaRPr lang="fr-FR" noProof="0" dirty="0"/>
        </a:p>
      </dgm:t>
    </dgm:pt>
    <dgm:pt modelId="{BFCE4A28-C381-46FF-935A-B11534EF7D87}" type="sibTrans" cxnId="{7F0DAB6F-9257-4F2D-B31A-3418F73F6952}">
      <dgm:prSet/>
      <dgm:spPr/>
      <dgm:t>
        <a:bodyPr rtlCol="0"/>
        <a:lstStyle/>
        <a:p>
          <a:pPr rtl="0"/>
          <a:endParaRPr lang="fr-FR" noProof="0" dirty="0"/>
        </a:p>
      </dgm:t>
    </dgm:pt>
    <dgm:pt modelId="{76CC3289-2662-43F0-A3C6-BA04A135F08C}">
      <dgm:prSet phldrT="[Text]"/>
      <dgm:spPr/>
      <dgm:t>
        <a:bodyPr rtlCol="0"/>
        <a:lstStyle/>
        <a:p>
          <a:pPr rtl="0"/>
          <a:r>
            <a:rPr lang="fr-FR" noProof="0" dirty="0"/>
            <a:t>Liaison</a:t>
          </a:r>
        </a:p>
      </dgm:t>
    </dgm:pt>
    <dgm:pt modelId="{D46DB4DA-1442-4ECE-89FE-BBB1E3489E3D}" type="parTrans" cxnId="{0400886E-8A1A-44C2-95A7-DB0EF4911494}">
      <dgm:prSet/>
      <dgm:spPr/>
      <dgm:t>
        <a:bodyPr rtlCol="0"/>
        <a:lstStyle/>
        <a:p>
          <a:pPr rtl="0"/>
          <a:endParaRPr lang="fr-FR" noProof="0" dirty="0"/>
        </a:p>
      </dgm:t>
    </dgm:pt>
    <dgm:pt modelId="{FA28C9D6-476E-43CD-BA23-D6D990FD78D0}" type="sibTrans" cxnId="{0400886E-8A1A-44C2-95A7-DB0EF4911494}">
      <dgm:prSet/>
      <dgm:spPr/>
      <dgm:t>
        <a:bodyPr rtlCol="0"/>
        <a:lstStyle/>
        <a:p>
          <a:pPr rtl="0"/>
          <a:endParaRPr lang="fr-FR" noProof="0" dirty="0"/>
        </a:p>
      </dgm:t>
    </dgm:pt>
    <dgm:pt modelId="{8994D886-A75F-411A-A9D7-D31991FF12BD}" type="pres">
      <dgm:prSet presAssocID="{7D9C16A6-8C48-4165-8DAF-8C957C12A8FA}" presName="root" presStyleCnt="0">
        <dgm:presLayoutVars>
          <dgm:dir/>
          <dgm:resizeHandles val="exact"/>
        </dgm:presLayoutVars>
      </dgm:prSet>
      <dgm:spPr/>
    </dgm:pt>
    <dgm:pt modelId="{E1DBA6D5-BD14-4CD2-A0CC-80F867FEFA81}" type="pres">
      <dgm:prSet presAssocID="{701D68F5-42F8-47BC-8FED-84C50F595DF0}" presName="compNode" presStyleCnt="0"/>
      <dgm:spPr/>
    </dgm:pt>
    <dgm:pt modelId="{19A8DC21-3E65-409D-AD53-DA51BB9198A0}" type="pres">
      <dgm:prSet presAssocID="{701D68F5-42F8-47BC-8FED-84C50F595DF0}" presName="iconRect" presStyleLbl="node1" presStyleIdx="0" presStyleCnt="3" custScaleX="157625" custScaleY="157625"/>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Network"/>
        </a:ext>
      </dgm:extLst>
    </dgm:pt>
    <dgm:pt modelId="{B9F90A48-FF94-4C94-A587-0190406F6FD3}" type="pres">
      <dgm:prSet presAssocID="{701D68F5-42F8-47BC-8FED-84C50F595DF0}" presName="spaceRect" presStyleCnt="0"/>
      <dgm:spPr/>
    </dgm:pt>
    <dgm:pt modelId="{A99B5DD6-89E9-4537-B415-4205CEB9323A}" type="pres">
      <dgm:prSet presAssocID="{701D68F5-42F8-47BC-8FED-84C50F595DF0}" presName="textRect" presStyleLbl="revTx" presStyleIdx="0" presStyleCnt="3">
        <dgm:presLayoutVars>
          <dgm:chMax val="1"/>
          <dgm:chPref val="1"/>
        </dgm:presLayoutVars>
      </dgm:prSet>
      <dgm:spPr/>
    </dgm:pt>
    <dgm:pt modelId="{8B391436-B9B0-45BD-A57F-792D6376D868}" type="pres">
      <dgm:prSet presAssocID="{0C95B389-AC0C-4055-9AA3-38815EFC8B0A}" presName="sibTrans" presStyleCnt="0"/>
      <dgm:spPr/>
    </dgm:pt>
    <dgm:pt modelId="{95872155-C45D-46D3-874C-D838089A06F8}" type="pres">
      <dgm:prSet presAssocID="{91A66877-AC1C-46D9-BF2C-6024B638DEA9}" presName="compNode" presStyleCnt="0"/>
      <dgm:spPr/>
    </dgm:pt>
    <dgm:pt modelId="{CE9DF0E8-B0DE-4E1E-9FF4-6006AD8428DB}" type="pres">
      <dgm:prSet presAssocID="{91A66877-AC1C-46D9-BF2C-6024B638DEA9}" presName="iconRect" presStyleLbl="node1" presStyleIdx="1" presStyleCnt="3" custScaleX="157625" custScaleY="15762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atellite"/>
        </a:ext>
      </dgm:extLst>
    </dgm:pt>
    <dgm:pt modelId="{AA0423A1-55B2-45E9-BFE7-3FBE5BDA65ED}" type="pres">
      <dgm:prSet presAssocID="{91A66877-AC1C-46D9-BF2C-6024B638DEA9}" presName="spaceRect" presStyleCnt="0"/>
      <dgm:spPr/>
    </dgm:pt>
    <dgm:pt modelId="{55120873-6F5C-4053-8EAD-6287A7F1097E}" type="pres">
      <dgm:prSet presAssocID="{91A66877-AC1C-46D9-BF2C-6024B638DEA9}" presName="textRect" presStyleLbl="revTx" presStyleIdx="1" presStyleCnt="3">
        <dgm:presLayoutVars>
          <dgm:chMax val="1"/>
          <dgm:chPref val="1"/>
        </dgm:presLayoutVars>
      </dgm:prSet>
      <dgm:spPr/>
    </dgm:pt>
    <dgm:pt modelId="{F679C986-30E4-4F0A-A3A6-CAE528BFED76}" type="pres">
      <dgm:prSet presAssocID="{BFCE4A28-C381-46FF-935A-B11534EF7D87}" presName="sibTrans" presStyleCnt="0"/>
      <dgm:spPr/>
    </dgm:pt>
    <dgm:pt modelId="{2EC2FDE3-8908-45C7-A3FD-EB370213FE69}" type="pres">
      <dgm:prSet presAssocID="{76CC3289-2662-43F0-A3C6-BA04A135F08C}" presName="compNode" presStyleCnt="0"/>
      <dgm:spPr/>
    </dgm:pt>
    <dgm:pt modelId="{6DB1FE51-13D0-4A38-AD6E-48D4371A1AF3}" type="pres">
      <dgm:prSet presAssocID="{76CC3289-2662-43F0-A3C6-BA04A135F08C}" presName="iconRect" presStyleLbl="node1" presStyleIdx="2" presStyleCnt="3" custScaleX="157625" custScaleY="15762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Link"/>
        </a:ext>
      </dgm:extLst>
    </dgm:pt>
    <dgm:pt modelId="{0928538A-05CC-4A79-BD5D-92F985D1EEE5}" type="pres">
      <dgm:prSet presAssocID="{76CC3289-2662-43F0-A3C6-BA04A135F08C}" presName="spaceRect" presStyleCnt="0"/>
      <dgm:spPr/>
    </dgm:pt>
    <dgm:pt modelId="{133097FC-B1F8-4953-B0AB-E8E73D968D1C}" type="pres">
      <dgm:prSet presAssocID="{76CC3289-2662-43F0-A3C6-BA04A135F08C}" presName="textRect" presStyleLbl="revTx" presStyleIdx="2" presStyleCnt="3">
        <dgm:presLayoutVars>
          <dgm:chMax val="1"/>
          <dgm:chPref val="1"/>
        </dgm:presLayoutVars>
      </dgm:prSet>
      <dgm:spPr/>
    </dgm:pt>
  </dgm:ptLst>
  <dgm:cxnLst>
    <dgm:cxn modelId="{1B8CB22C-9648-419B-97E9-4AA6C3555723}" type="presOf" srcId="{701D68F5-42F8-47BC-8FED-84C50F595DF0}" destId="{A99B5DD6-89E9-4537-B415-4205CEB9323A}" srcOrd="0" destOrd="0" presId="urn:microsoft.com/office/officeart/2018/2/layout/IconLabelList"/>
    <dgm:cxn modelId="{C4BA385D-31ED-40EF-A5D6-98DFBA64E71A}" srcId="{7D9C16A6-8C48-4165-8DAF-8C957C12A8FA}" destId="{701D68F5-42F8-47BC-8FED-84C50F595DF0}" srcOrd="0" destOrd="0" parTransId="{9617668C-C38C-4017-8DDF-37855B15D110}" sibTransId="{0C95B389-AC0C-4055-9AA3-38815EFC8B0A}"/>
    <dgm:cxn modelId="{5574CC64-4BF2-43BE-BABC-6DF1E58A4C74}" type="presOf" srcId="{7D9C16A6-8C48-4165-8DAF-8C957C12A8FA}" destId="{8994D886-A75F-411A-A9D7-D31991FF12BD}" srcOrd="0" destOrd="0" presId="urn:microsoft.com/office/officeart/2018/2/layout/IconLabelList"/>
    <dgm:cxn modelId="{0400886E-8A1A-44C2-95A7-DB0EF4911494}" srcId="{7D9C16A6-8C48-4165-8DAF-8C957C12A8FA}" destId="{76CC3289-2662-43F0-A3C6-BA04A135F08C}" srcOrd="2" destOrd="0" parTransId="{D46DB4DA-1442-4ECE-89FE-BBB1E3489E3D}" sibTransId="{FA28C9D6-476E-43CD-BA23-D6D990FD78D0}"/>
    <dgm:cxn modelId="{7F0DAB6F-9257-4F2D-B31A-3418F73F6952}" srcId="{7D9C16A6-8C48-4165-8DAF-8C957C12A8FA}" destId="{91A66877-AC1C-46D9-BF2C-6024B638DEA9}" srcOrd="1" destOrd="0" parTransId="{913FED05-DF41-48A7-B1F8-81937A468EF9}" sibTransId="{BFCE4A28-C381-46FF-935A-B11534EF7D87}"/>
    <dgm:cxn modelId="{EC5C6E85-C523-4B60-976B-342F12E3A6CB}" type="presOf" srcId="{91A66877-AC1C-46D9-BF2C-6024B638DEA9}" destId="{55120873-6F5C-4053-8EAD-6287A7F1097E}" srcOrd="0" destOrd="0" presId="urn:microsoft.com/office/officeart/2018/2/layout/IconLabelList"/>
    <dgm:cxn modelId="{6E31C6AB-C9E6-448F-A8CC-566A63619D4D}" type="presOf" srcId="{76CC3289-2662-43F0-A3C6-BA04A135F08C}" destId="{133097FC-B1F8-4953-B0AB-E8E73D968D1C}" srcOrd="0" destOrd="0" presId="urn:microsoft.com/office/officeart/2018/2/layout/IconLabelList"/>
    <dgm:cxn modelId="{2AD6E781-3ED2-484E-B438-73386D2C583D}" type="presParOf" srcId="{8994D886-A75F-411A-A9D7-D31991FF12BD}" destId="{E1DBA6D5-BD14-4CD2-A0CC-80F867FEFA81}" srcOrd="0" destOrd="0" presId="urn:microsoft.com/office/officeart/2018/2/layout/IconLabelList"/>
    <dgm:cxn modelId="{10B2B212-528C-471D-ABD0-D66ED992B833}" type="presParOf" srcId="{E1DBA6D5-BD14-4CD2-A0CC-80F867FEFA81}" destId="{19A8DC21-3E65-409D-AD53-DA51BB9198A0}" srcOrd="0" destOrd="0" presId="urn:microsoft.com/office/officeart/2018/2/layout/IconLabelList"/>
    <dgm:cxn modelId="{2A8FB3D0-F98B-4F5A-BACA-4315E38776FB}" type="presParOf" srcId="{E1DBA6D5-BD14-4CD2-A0CC-80F867FEFA81}" destId="{B9F90A48-FF94-4C94-A587-0190406F6FD3}" srcOrd="1" destOrd="0" presId="urn:microsoft.com/office/officeart/2018/2/layout/IconLabelList"/>
    <dgm:cxn modelId="{95FEF629-9884-451C-89B4-41B897ABE3D6}" type="presParOf" srcId="{E1DBA6D5-BD14-4CD2-A0CC-80F867FEFA81}" destId="{A99B5DD6-89E9-4537-B415-4205CEB9323A}" srcOrd="2" destOrd="0" presId="urn:microsoft.com/office/officeart/2018/2/layout/IconLabelList"/>
    <dgm:cxn modelId="{0FE6827F-DE80-4F8A-8E9D-7F88C0F7EF29}" type="presParOf" srcId="{8994D886-A75F-411A-A9D7-D31991FF12BD}" destId="{8B391436-B9B0-45BD-A57F-792D6376D868}" srcOrd="1" destOrd="0" presId="urn:microsoft.com/office/officeart/2018/2/layout/IconLabelList"/>
    <dgm:cxn modelId="{4857BE3A-D518-473D-AC79-7B9BF18B9824}" type="presParOf" srcId="{8994D886-A75F-411A-A9D7-D31991FF12BD}" destId="{95872155-C45D-46D3-874C-D838089A06F8}" srcOrd="2" destOrd="0" presId="urn:microsoft.com/office/officeart/2018/2/layout/IconLabelList"/>
    <dgm:cxn modelId="{B4B325C4-81F2-4B3E-8CBF-4532B0BFA343}" type="presParOf" srcId="{95872155-C45D-46D3-874C-D838089A06F8}" destId="{CE9DF0E8-B0DE-4E1E-9FF4-6006AD8428DB}" srcOrd="0" destOrd="0" presId="urn:microsoft.com/office/officeart/2018/2/layout/IconLabelList"/>
    <dgm:cxn modelId="{0AE6D335-6E55-47E1-BAD8-0368620AB8F6}" type="presParOf" srcId="{95872155-C45D-46D3-874C-D838089A06F8}" destId="{AA0423A1-55B2-45E9-BFE7-3FBE5BDA65ED}" srcOrd="1" destOrd="0" presId="urn:microsoft.com/office/officeart/2018/2/layout/IconLabelList"/>
    <dgm:cxn modelId="{AFEE8CCD-97FE-4EFA-A584-DF6AFDAD2B20}" type="presParOf" srcId="{95872155-C45D-46D3-874C-D838089A06F8}" destId="{55120873-6F5C-4053-8EAD-6287A7F1097E}" srcOrd="2" destOrd="0" presId="urn:microsoft.com/office/officeart/2018/2/layout/IconLabelList"/>
    <dgm:cxn modelId="{26649F18-C204-4047-8300-905486AB3755}" type="presParOf" srcId="{8994D886-A75F-411A-A9D7-D31991FF12BD}" destId="{F679C986-30E4-4F0A-A3A6-CAE528BFED76}" srcOrd="3" destOrd="0" presId="urn:microsoft.com/office/officeart/2018/2/layout/IconLabelList"/>
    <dgm:cxn modelId="{898D629F-DA37-435F-A0B2-0617605D711A}" type="presParOf" srcId="{8994D886-A75F-411A-A9D7-D31991FF12BD}" destId="{2EC2FDE3-8908-45C7-A3FD-EB370213FE69}" srcOrd="4" destOrd="0" presId="urn:microsoft.com/office/officeart/2018/2/layout/IconLabelList"/>
    <dgm:cxn modelId="{2BDADB1C-15B1-4763-9B35-3792147F8F87}" type="presParOf" srcId="{2EC2FDE3-8908-45C7-A3FD-EB370213FE69}" destId="{6DB1FE51-13D0-4A38-AD6E-48D4371A1AF3}" srcOrd="0" destOrd="0" presId="urn:microsoft.com/office/officeart/2018/2/layout/IconLabelList"/>
    <dgm:cxn modelId="{F692F1E6-C6EC-4391-8432-EB6C34194240}" type="presParOf" srcId="{2EC2FDE3-8908-45C7-A3FD-EB370213FE69}" destId="{0928538A-05CC-4A79-BD5D-92F985D1EEE5}" srcOrd="1" destOrd="0" presId="urn:microsoft.com/office/officeart/2018/2/layout/IconLabelList"/>
    <dgm:cxn modelId="{0E6AF6C4-A4E5-4234-9E16-F9F2334264CD}" type="presParOf" srcId="{2EC2FDE3-8908-45C7-A3FD-EB370213FE69}" destId="{133097FC-B1F8-4953-B0AB-E8E73D968D1C}"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7E5AA53B-3EEE-4DE4-BB81-9044890C2946}" type="doc">
      <dgm:prSet loTypeId="urn:microsoft.com/office/officeart/2008/layout/VerticalCurvedList" loCatId="list" qsTypeId="urn:microsoft.com/office/officeart/2005/8/quickstyle/simple4" qsCatId="simple" csTypeId="urn:microsoft.com/office/officeart/2005/8/colors/accent2_2" csCatId="accent2" phldr="1"/>
      <dgm:spPr/>
      <dgm:t>
        <a:bodyPr rtlCol="0"/>
        <a:lstStyle/>
        <a:p>
          <a:pPr rtl="0"/>
          <a:endParaRPr lang="en-US"/>
        </a:p>
      </dgm:t>
    </dgm:pt>
    <dgm:pt modelId="{6750AC01-D39D-4F3A-9DC8-2A211EE986A2}">
      <dgm:prSet phldrT="[Text]"/>
      <dgm:spPr/>
      <dgm:t>
        <a:bodyPr rtlCol="0"/>
        <a:lstStyle/>
        <a:p>
          <a:pPr rtl="0">
            <a:lnSpc>
              <a:spcPct val="100000"/>
            </a:lnSpc>
          </a:pPr>
          <a:r>
            <a:rPr lang="fr-FR" noProof="0" dirty="0"/>
            <a:t>Cloud	</a:t>
          </a:r>
        </a:p>
      </dgm:t>
    </dgm:pt>
    <dgm:pt modelId="{720680DC-AAA4-4434-A582-60EBCC5BA355}" type="parTrans" cxnId="{0B5DAE5F-BCDC-4BF7-A6E7-CF856886A64D}">
      <dgm:prSet/>
      <dgm:spPr/>
      <dgm:t>
        <a:bodyPr rtlCol="0"/>
        <a:lstStyle/>
        <a:p>
          <a:pPr rtl="0"/>
          <a:endParaRPr lang="fr-FR" noProof="0" dirty="0"/>
        </a:p>
      </dgm:t>
    </dgm:pt>
    <dgm:pt modelId="{CA077D98-8478-47EA-B6A9-99ACE60C64D4}" type="sibTrans" cxnId="{0B5DAE5F-BCDC-4BF7-A6E7-CF856886A64D}">
      <dgm:prSet/>
      <dgm:spPr/>
      <dgm:t>
        <a:bodyPr rtlCol="0"/>
        <a:lstStyle/>
        <a:p>
          <a:pPr rtl="0"/>
          <a:endParaRPr lang="fr-FR" noProof="0" dirty="0"/>
        </a:p>
      </dgm:t>
    </dgm:pt>
    <dgm:pt modelId="{0BEF68B8-1228-47BB-83B5-7B9CD1E3F84E}">
      <dgm:prSet phldrT="[Text]"/>
      <dgm:spPr/>
      <dgm:t>
        <a:bodyPr rtlCol="0"/>
        <a:lstStyle/>
        <a:p>
          <a:pPr rtl="0">
            <a:lnSpc>
              <a:spcPct val="100000"/>
            </a:lnSpc>
          </a:pPr>
          <a:r>
            <a:rPr lang="fr-FR" noProof="0" dirty="0"/>
            <a:t>Locales</a:t>
          </a:r>
        </a:p>
      </dgm:t>
    </dgm:pt>
    <dgm:pt modelId="{ED3A4BC2-B75A-4952-A38B-A42B5995DF05}" type="parTrans" cxnId="{EDEF4F82-1237-4639-A0F7-385C1897CE66}">
      <dgm:prSet/>
      <dgm:spPr/>
      <dgm:t>
        <a:bodyPr rtlCol="0"/>
        <a:lstStyle/>
        <a:p>
          <a:pPr rtl="0"/>
          <a:endParaRPr lang="fr-FR" noProof="0" dirty="0"/>
        </a:p>
      </dgm:t>
    </dgm:pt>
    <dgm:pt modelId="{FD949706-EDCC-4ADC-8EDF-8EDA49C92325}" type="sibTrans" cxnId="{EDEF4F82-1237-4639-A0F7-385C1897CE66}">
      <dgm:prSet/>
      <dgm:spPr/>
      <dgm:t>
        <a:bodyPr rtlCol="0"/>
        <a:lstStyle/>
        <a:p>
          <a:pPr rtl="0"/>
          <a:endParaRPr lang="fr-FR" noProof="0" dirty="0"/>
        </a:p>
      </dgm:t>
    </dgm:pt>
    <dgm:pt modelId="{5605D28D-2CE6-4513-8566-952984E21E14}">
      <dgm:prSet phldrT="[Text]"/>
      <dgm:spPr/>
      <dgm:t>
        <a:bodyPr rtlCol="0"/>
        <a:lstStyle/>
        <a:p>
          <a:pPr rtl="0">
            <a:lnSpc>
              <a:spcPct val="100000"/>
            </a:lnSpc>
          </a:pPr>
          <a:r>
            <a:rPr lang="fr-FR" noProof="0" dirty="0"/>
            <a:t>Hybrides</a:t>
          </a:r>
        </a:p>
      </dgm:t>
    </dgm:pt>
    <dgm:pt modelId="{EB15AB98-362B-4E70-A3DA-995FC3E8BA79}" type="parTrans" cxnId="{FAF3F884-F0CF-440F-8CB1-B7648AB1B138}">
      <dgm:prSet/>
      <dgm:spPr/>
      <dgm:t>
        <a:bodyPr rtlCol="0"/>
        <a:lstStyle/>
        <a:p>
          <a:pPr rtl="0"/>
          <a:endParaRPr lang="fr-FR" noProof="0" dirty="0"/>
        </a:p>
      </dgm:t>
    </dgm:pt>
    <dgm:pt modelId="{823D1971-2C4D-4EC5-A874-2F463DE37109}" type="sibTrans" cxnId="{FAF3F884-F0CF-440F-8CB1-B7648AB1B138}">
      <dgm:prSet/>
      <dgm:spPr/>
      <dgm:t>
        <a:bodyPr rtlCol="0"/>
        <a:lstStyle/>
        <a:p>
          <a:pPr rtl="0"/>
          <a:endParaRPr lang="fr-FR" noProof="0" dirty="0"/>
        </a:p>
      </dgm:t>
    </dgm:pt>
    <dgm:pt modelId="{57806726-6E60-4ACC-9C1C-7DF9CC365A10}" type="pres">
      <dgm:prSet presAssocID="{7E5AA53B-3EEE-4DE4-BB81-9044890C2946}" presName="Name0" presStyleCnt="0">
        <dgm:presLayoutVars>
          <dgm:chMax val="7"/>
          <dgm:chPref val="7"/>
          <dgm:dir/>
        </dgm:presLayoutVars>
      </dgm:prSet>
      <dgm:spPr/>
    </dgm:pt>
    <dgm:pt modelId="{90561C55-3C6E-4D53-85E1-2C50BCDDA392}" type="pres">
      <dgm:prSet presAssocID="{7E5AA53B-3EEE-4DE4-BB81-9044890C2946}" presName="Name1" presStyleCnt="0"/>
      <dgm:spPr/>
    </dgm:pt>
    <dgm:pt modelId="{B6CD42EC-5AD4-4004-AE5B-47EDA668DAA8}" type="pres">
      <dgm:prSet presAssocID="{7E5AA53B-3EEE-4DE4-BB81-9044890C2946}" presName="cycle" presStyleCnt="0"/>
      <dgm:spPr/>
    </dgm:pt>
    <dgm:pt modelId="{963B8EE3-40CC-4A0A-B420-D0BF920973CE}" type="pres">
      <dgm:prSet presAssocID="{7E5AA53B-3EEE-4DE4-BB81-9044890C2946}" presName="srcNode" presStyleLbl="node1" presStyleIdx="0" presStyleCnt="3"/>
      <dgm:spPr/>
    </dgm:pt>
    <dgm:pt modelId="{D79B43FC-100B-4A0D-A4D5-0D2D04B99064}" type="pres">
      <dgm:prSet presAssocID="{7E5AA53B-3EEE-4DE4-BB81-9044890C2946}" presName="conn" presStyleLbl="parChTrans1D2" presStyleIdx="0" presStyleCnt="1"/>
      <dgm:spPr/>
    </dgm:pt>
    <dgm:pt modelId="{3CAD8DA1-8D53-445C-ACE8-D8449E4F0F55}" type="pres">
      <dgm:prSet presAssocID="{7E5AA53B-3EEE-4DE4-BB81-9044890C2946}" presName="extraNode" presStyleLbl="node1" presStyleIdx="0" presStyleCnt="3"/>
      <dgm:spPr/>
    </dgm:pt>
    <dgm:pt modelId="{429CABD1-4116-474B-81BF-735E2CA9DD00}" type="pres">
      <dgm:prSet presAssocID="{7E5AA53B-3EEE-4DE4-BB81-9044890C2946}" presName="dstNode" presStyleLbl="node1" presStyleIdx="0" presStyleCnt="3"/>
      <dgm:spPr/>
    </dgm:pt>
    <dgm:pt modelId="{58319267-C71E-43C9-94E1-827D0616C7A7}" type="pres">
      <dgm:prSet presAssocID="{6750AC01-D39D-4F3A-9DC8-2A211EE986A2}" presName="text_1" presStyleLbl="node1" presStyleIdx="0" presStyleCnt="3">
        <dgm:presLayoutVars>
          <dgm:bulletEnabled val="1"/>
        </dgm:presLayoutVars>
      </dgm:prSet>
      <dgm:spPr/>
    </dgm:pt>
    <dgm:pt modelId="{79F9B8A9-2412-4B74-84A9-69422DB81CDC}" type="pres">
      <dgm:prSet presAssocID="{6750AC01-D39D-4F3A-9DC8-2A211EE986A2}" presName="accent_1" presStyleCnt="0"/>
      <dgm:spPr/>
    </dgm:pt>
    <dgm:pt modelId="{07CB3071-D555-47DA-A36A-69EB91531FD8}" type="pres">
      <dgm:prSet presAssocID="{6750AC01-D39D-4F3A-9DC8-2A211EE986A2}" presName="accentRepeatNode" presStyleLbl="solidFgAcc1" presStyleIdx="0" presStyleCnt="3"/>
      <dgm:spPr/>
    </dgm:pt>
    <dgm:pt modelId="{95DE6538-27BD-44AF-A1A8-CA8F6B10FDD2}" type="pres">
      <dgm:prSet presAssocID="{0BEF68B8-1228-47BB-83B5-7B9CD1E3F84E}" presName="text_2" presStyleLbl="node1" presStyleIdx="1" presStyleCnt="3">
        <dgm:presLayoutVars>
          <dgm:bulletEnabled val="1"/>
        </dgm:presLayoutVars>
      </dgm:prSet>
      <dgm:spPr/>
    </dgm:pt>
    <dgm:pt modelId="{312BDEE8-85BD-4F02-B35B-2CC8E701C98B}" type="pres">
      <dgm:prSet presAssocID="{0BEF68B8-1228-47BB-83B5-7B9CD1E3F84E}" presName="accent_2" presStyleCnt="0"/>
      <dgm:spPr/>
    </dgm:pt>
    <dgm:pt modelId="{3F8116AC-FAC3-4E95-9865-93CCFEB191B9}" type="pres">
      <dgm:prSet presAssocID="{0BEF68B8-1228-47BB-83B5-7B9CD1E3F84E}" presName="accentRepeatNode" presStyleLbl="solidFgAcc1" presStyleIdx="1" presStyleCnt="3"/>
      <dgm:spPr/>
    </dgm:pt>
    <dgm:pt modelId="{E131CE4A-9776-44F4-BC03-867682E21374}" type="pres">
      <dgm:prSet presAssocID="{5605D28D-2CE6-4513-8566-952984E21E14}" presName="text_3" presStyleLbl="node1" presStyleIdx="2" presStyleCnt="3">
        <dgm:presLayoutVars>
          <dgm:bulletEnabled val="1"/>
        </dgm:presLayoutVars>
      </dgm:prSet>
      <dgm:spPr/>
    </dgm:pt>
    <dgm:pt modelId="{AC9A216A-8375-48F9-A4E6-8E0B64C0209B}" type="pres">
      <dgm:prSet presAssocID="{5605D28D-2CE6-4513-8566-952984E21E14}" presName="accent_3" presStyleCnt="0"/>
      <dgm:spPr/>
    </dgm:pt>
    <dgm:pt modelId="{A965097E-32F1-4AB8-8C4E-2814A7596B2F}" type="pres">
      <dgm:prSet presAssocID="{5605D28D-2CE6-4513-8566-952984E21E14}" presName="accentRepeatNode" presStyleLbl="solidFgAcc1" presStyleIdx="2" presStyleCnt="3"/>
      <dgm:spPr/>
    </dgm:pt>
  </dgm:ptLst>
  <dgm:cxnLst>
    <dgm:cxn modelId="{A11E3B12-1828-45A7-86C3-BB85832DF84D}" type="presOf" srcId="{CA077D98-8478-47EA-B6A9-99ACE60C64D4}" destId="{D79B43FC-100B-4A0D-A4D5-0D2D04B99064}" srcOrd="0" destOrd="0" presId="urn:microsoft.com/office/officeart/2008/layout/VerticalCurvedList"/>
    <dgm:cxn modelId="{0B5DAE5F-BCDC-4BF7-A6E7-CF856886A64D}" srcId="{7E5AA53B-3EEE-4DE4-BB81-9044890C2946}" destId="{6750AC01-D39D-4F3A-9DC8-2A211EE986A2}" srcOrd="0" destOrd="0" parTransId="{720680DC-AAA4-4434-A582-60EBCC5BA355}" sibTransId="{CA077D98-8478-47EA-B6A9-99ACE60C64D4}"/>
    <dgm:cxn modelId="{29DA474E-5DFA-4C66-882F-319C49ABBB19}" type="presOf" srcId="{6750AC01-D39D-4F3A-9DC8-2A211EE986A2}" destId="{58319267-C71E-43C9-94E1-827D0616C7A7}" srcOrd="0" destOrd="0" presId="urn:microsoft.com/office/officeart/2008/layout/VerticalCurvedList"/>
    <dgm:cxn modelId="{7084AA77-BACB-46CB-AE4A-77B62D3ED1AF}" type="presOf" srcId="{5605D28D-2CE6-4513-8566-952984E21E14}" destId="{E131CE4A-9776-44F4-BC03-867682E21374}" srcOrd="0" destOrd="0" presId="urn:microsoft.com/office/officeart/2008/layout/VerticalCurvedList"/>
    <dgm:cxn modelId="{EDEF4F82-1237-4639-A0F7-385C1897CE66}" srcId="{7E5AA53B-3EEE-4DE4-BB81-9044890C2946}" destId="{0BEF68B8-1228-47BB-83B5-7B9CD1E3F84E}" srcOrd="1" destOrd="0" parTransId="{ED3A4BC2-B75A-4952-A38B-A42B5995DF05}" sibTransId="{FD949706-EDCC-4ADC-8EDF-8EDA49C92325}"/>
    <dgm:cxn modelId="{FAF3F884-F0CF-440F-8CB1-B7648AB1B138}" srcId="{7E5AA53B-3EEE-4DE4-BB81-9044890C2946}" destId="{5605D28D-2CE6-4513-8566-952984E21E14}" srcOrd="2" destOrd="0" parTransId="{EB15AB98-362B-4E70-A3DA-995FC3E8BA79}" sibTransId="{823D1971-2C4D-4EC5-A874-2F463DE37109}"/>
    <dgm:cxn modelId="{4F65CC8F-B5A8-40BE-A32B-05862B543D6A}" type="presOf" srcId="{7E5AA53B-3EEE-4DE4-BB81-9044890C2946}" destId="{57806726-6E60-4ACC-9C1C-7DF9CC365A10}" srcOrd="0" destOrd="0" presId="urn:microsoft.com/office/officeart/2008/layout/VerticalCurvedList"/>
    <dgm:cxn modelId="{4A378892-5CCC-4F0D-8A38-4BEAECF30F24}" type="presOf" srcId="{0BEF68B8-1228-47BB-83B5-7B9CD1E3F84E}" destId="{95DE6538-27BD-44AF-A1A8-CA8F6B10FDD2}" srcOrd="0" destOrd="0" presId="urn:microsoft.com/office/officeart/2008/layout/VerticalCurvedList"/>
    <dgm:cxn modelId="{4E25B52E-70EF-4A0F-B410-0B49263AF380}" type="presParOf" srcId="{57806726-6E60-4ACC-9C1C-7DF9CC365A10}" destId="{90561C55-3C6E-4D53-85E1-2C50BCDDA392}" srcOrd="0" destOrd="0" presId="urn:microsoft.com/office/officeart/2008/layout/VerticalCurvedList"/>
    <dgm:cxn modelId="{2B3DD9E4-EC9C-4B92-B380-F89BF82E7CF3}" type="presParOf" srcId="{90561C55-3C6E-4D53-85E1-2C50BCDDA392}" destId="{B6CD42EC-5AD4-4004-AE5B-47EDA668DAA8}" srcOrd="0" destOrd="0" presId="urn:microsoft.com/office/officeart/2008/layout/VerticalCurvedList"/>
    <dgm:cxn modelId="{EA357085-80A4-4D1D-9BD2-56B1E9A721FB}" type="presParOf" srcId="{B6CD42EC-5AD4-4004-AE5B-47EDA668DAA8}" destId="{963B8EE3-40CC-4A0A-B420-D0BF920973CE}" srcOrd="0" destOrd="0" presId="urn:microsoft.com/office/officeart/2008/layout/VerticalCurvedList"/>
    <dgm:cxn modelId="{F175C6D0-411C-40FD-A19B-860D49F42061}" type="presParOf" srcId="{B6CD42EC-5AD4-4004-AE5B-47EDA668DAA8}" destId="{D79B43FC-100B-4A0D-A4D5-0D2D04B99064}" srcOrd="1" destOrd="0" presId="urn:microsoft.com/office/officeart/2008/layout/VerticalCurvedList"/>
    <dgm:cxn modelId="{794BB944-68C0-47A5-9792-652802EB36AC}" type="presParOf" srcId="{B6CD42EC-5AD4-4004-AE5B-47EDA668DAA8}" destId="{3CAD8DA1-8D53-445C-ACE8-D8449E4F0F55}" srcOrd="2" destOrd="0" presId="urn:microsoft.com/office/officeart/2008/layout/VerticalCurvedList"/>
    <dgm:cxn modelId="{B8CC75C4-3D1A-49E7-80D2-915668C1368C}" type="presParOf" srcId="{B6CD42EC-5AD4-4004-AE5B-47EDA668DAA8}" destId="{429CABD1-4116-474B-81BF-735E2CA9DD00}" srcOrd="3" destOrd="0" presId="urn:microsoft.com/office/officeart/2008/layout/VerticalCurvedList"/>
    <dgm:cxn modelId="{28110BB8-F33F-498C-9A75-98364B05EFA5}" type="presParOf" srcId="{90561C55-3C6E-4D53-85E1-2C50BCDDA392}" destId="{58319267-C71E-43C9-94E1-827D0616C7A7}" srcOrd="1" destOrd="0" presId="urn:microsoft.com/office/officeart/2008/layout/VerticalCurvedList"/>
    <dgm:cxn modelId="{3866F6C9-5521-48F2-B6C3-40C9896E1605}" type="presParOf" srcId="{90561C55-3C6E-4D53-85E1-2C50BCDDA392}" destId="{79F9B8A9-2412-4B74-84A9-69422DB81CDC}" srcOrd="2" destOrd="0" presId="urn:microsoft.com/office/officeart/2008/layout/VerticalCurvedList"/>
    <dgm:cxn modelId="{D2205A4F-BB7A-4399-BC2F-78E18EC6EAFE}" type="presParOf" srcId="{79F9B8A9-2412-4B74-84A9-69422DB81CDC}" destId="{07CB3071-D555-47DA-A36A-69EB91531FD8}" srcOrd="0" destOrd="0" presId="urn:microsoft.com/office/officeart/2008/layout/VerticalCurvedList"/>
    <dgm:cxn modelId="{602753E6-8A03-492B-861A-6B9532B5AA28}" type="presParOf" srcId="{90561C55-3C6E-4D53-85E1-2C50BCDDA392}" destId="{95DE6538-27BD-44AF-A1A8-CA8F6B10FDD2}" srcOrd="3" destOrd="0" presId="urn:microsoft.com/office/officeart/2008/layout/VerticalCurvedList"/>
    <dgm:cxn modelId="{AEC540A3-E86A-4075-8BE4-263F4AFF4EA1}" type="presParOf" srcId="{90561C55-3C6E-4D53-85E1-2C50BCDDA392}" destId="{312BDEE8-85BD-4F02-B35B-2CC8E701C98B}" srcOrd="4" destOrd="0" presId="urn:microsoft.com/office/officeart/2008/layout/VerticalCurvedList"/>
    <dgm:cxn modelId="{CD5D1014-B7CB-4B47-9A02-5FBF90928A73}" type="presParOf" srcId="{312BDEE8-85BD-4F02-B35B-2CC8E701C98B}" destId="{3F8116AC-FAC3-4E95-9865-93CCFEB191B9}" srcOrd="0" destOrd="0" presId="urn:microsoft.com/office/officeart/2008/layout/VerticalCurvedList"/>
    <dgm:cxn modelId="{987EB7C0-CA3E-4874-85E0-01E9060A2D35}" type="presParOf" srcId="{90561C55-3C6E-4D53-85E1-2C50BCDDA392}" destId="{E131CE4A-9776-44F4-BC03-867682E21374}" srcOrd="5" destOrd="0" presId="urn:microsoft.com/office/officeart/2008/layout/VerticalCurvedList"/>
    <dgm:cxn modelId="{91E55363-8DCA-455E-A203-06A9410994CB}" type="presParOf" srcId="{90561C55-3C6E-4D53-85E1-2C50BCDDA392}" destId="{AC9A216A-8375-48F9-A4E6-8E0B64C0209B}" srcOrd="6" destOrd="0" presId="urn:microsoft.com/office/officeart/2008/layout/VerticalCurvedList"/>
    <dgm:cxn modelId="{D866D586-1293-4049-B6E3-B467C1D5ED64}" type="presParOf" srcId="{AC9A216A-8375-48F9-A4E6-8E0B64C0209B}" destId="{A965097E-32F1-4AB8-8C4E-2814A7596B2F}"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A8DC21-3E65-409D-AD53-DA51BB9198A0}">
      <dsp:nvSpPr>
        <dsp:cNvPr id="0" name=""/>
        <dsp:cNvSpPr/>
      </dsp:nvSpPr>
      <dsp:spPr>
        <a:xfrm>
          <a:off x="523237" y="494935"/>
          <a:ext cx="2285995" cy="2285995"/>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99B5DD6-89E9-4537-B415-4205CEB9323A}">
      <dsp:nvSpPr>
        <dsp:cNvPr id="0" name=""/>
        <dsp:cNvSpPr/>
      </dsp:nvSpPr>
      <dsp:spPr>
        <a:xfrm>
          <a:off x="54818" y="2746269"/>
          <a:ext cx="322283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Réseau</a:t>
          </a:r>
        </a:p>
      </dsp:txBody>
      <dsp:txXfrm>
        <a:off x="54818" y="2746269"/>
        <a:ext cx="3222832" cy="720000"/>
      </dsp:txXfrm>
    </dsp:sp>
    <dsp:sp modelId="{CE9DF0E8-B0DE-4E1E-9FF4-6006AD8428DB}">
      <dsp:nvSpPr>
        <dsp:cNvPr id="0" name=""/>
        <dsp:cNvSpPr/>
      </dsp:nvSpPr>
      <dsp:spPr>
        <a:xfrm>
          <a:off x="4310064" y="494935"/>
          <a:ext cx="2285995" cy="228599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5120873-6F5C-4053-8EAD-6287A7F1097E}">
      <dsp:nvSpPr>
        <dsp:cNvPr id="0" name=""/>
        <dsp:cNvSpPr/>
      </dsp:nvSpPr>
      <dsp:spPr>
        <a:xfrm>
          <a:off x="3841646" y="2746269"/>
          <a:ext cx="322283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Satellite</a:t>
          </a:r>
        </a:p>
      </dsp:txBody>
      <dsp:txXfrm>
        <a:off x="3841646" y="2746269"/>
        <a:ext cx="3222832" cy="720000"/>
      </dsp:txXfrm>
    </dsp:sp>
    <dsp:sp modelId="{6DB1FE51-13D0-4A38-AD6E-48D4371A1AF3}">
      <dsp:nvSpPr>
        <dsp:cNvPr id="0" name=""/>
        <dsp:cNvSpPr/>
      </dsp:nvSpPr>
      <dsp:spPr>
        <a:xfrm>
          <a:off x="8096892" y="494935"/>
          <a:ext cx="2285995" cy="228599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33097FC-B1F8-4953-B0AB-E8E73D968D1C}">
      <dsp:nvSpPr>
        <dsp:cNvPr id="0" name=""/>
        <dsp:cNvSpPr/>
      </dsp:nvSpPr>
      <dsp:spPr>
        <a:xfrm>
          <a:off x="7628474" y="2746269"/>
          <a:ext cx="322283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Liaison</a:t>
          </a:r>
        </a:p>
      </dsp:txBody>
      <dsp:txXfrm>
        <a:off x="7628474" y="2746269"/>
        <a:ext cx="3222832"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B43FC-100B-4A0D-A4D5-0D2D04B99064}">
      <dsp:nvSpPr>
        <dsp:cNvPr id="0" name=""/>
        <dsp:cNvSpPr/>
      </dsp:nvSpPr>
      <dsp:spPr>
        <a:xfrm>
          <a:off x="-4028574" y="-618397"/>
          <a:ext cx="4800732" cy="4800732"/>
        </a:xfrm>
        <a:prstGeom prst="blockArc">
          <a:avLst>
            <a:gd name="adj1" fmla="val 18900000"/>
            <a:gd name="adj2" fmla="val 2700000"/>
            <a:gd name="adj3" fmla="val 450"/>
          </a:avLst>
        </a:prstGeom>
        <a:noFill/>
        <a:ln w="12700" cap="rnd" cmpd="sng" algn="ctr">
          <a:solidFill>
            <a:schemeClr val="accent2">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58319267-C71E-43C9-94E1-827D0616C7A7}">
      <dsp:nvSpPr>
        <dsp:cNvPr id="0" name=""/>
        <dsp:cNvSpPr/>
      </dsp:nvSpPr>
      <dsp:spPr>
        <a:xfrm>
          <a:off x="496568" y="356393"/>
          <a:ext cx="6310391"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fr-FR" sz="3500" kern="1200" noProof="0" dirty="0"/>
            <a:t>Cloud	</a:t>
          </a:r>
        </a:p>
      </dsp:txBody>
      <dsp:txXfrm>
        <a:off x="496568" y="356393"/>
        <a:ext cx="6310391" cy="712787"/>
      </dsp:txXfrm>
    </dsp:sp>
    <dsp:sp modelId="{07CB3071-D555-47DA-A36A-69EB91531FD8}">
      <dsp:nvSpPr>
        <dsp:cNvPr id="0" name=""/>
        <dsp:cNvSpPr/>
      </dsp:nvSpPr>
      <dsp:spPr>
        <a:xfrm>
          <a:off x="51076" y="267295"/>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95DE6538-27BD-44AF-A1A8-CA8F6B10FDD2}">
      <dsp:nvSpPr>
        <dsp:cNvPr id="0" name=""/>
        <dsp:cNvSpPr/>
      </dsp:nvSpPr>
      <dsp:spPr>
        <a:xfrm>
          <a:off x="755666" y="1425575"/>
          <a:ext cx="6051292"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fr-FR" sz="3500" kern="1200" noProof="0" dirty="0"/>
            <a:t>Locales</a:t>
          </a:r>
        </a:p>
      </dsp:txBody>
      <dsp:txXfrm>
        <a:off x="755666" y="1425575"/>
        <a:ext cx="6051292" cy="712787"/>
      </dsp:txXfrm>
    </dsp:sp>
    <dsp:sp modelId="{3F8116AC-FAC3-4E95-9865-93CCFEB191B9}">
      <dsp:nvSpPr>
        <dsp:cNvPr id="0" name=""/>
        <dsp:cNvSpPr/>
      </dsp:nvSpPr>
      <dsp:spPr>
        <a:xfrm>
          <a:off x="310174" y="1336476"/>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E131CE4A-9776-44F4-BC03-867682E21374}">
      <dsp:nvSpPr>
        <dsp:cNvPr id="0" name=""/>
        <dsp:cNvSpPr/>
      </dsp:nvSpPr>
      <dsp:spPr>
        <a:xfrm>
          <a:off x="496568" y="2494756"/>
          <a:ext cx="6310391"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fr-FR" sz="3500" kern="1200" noProof="0" dirty="0"/>
            <a:t>Hybrides</a:t>
          </a:r>
        </a:p>
      </dsp:txBody>
      <dsp:txXfrm>
        <a:off x="496568" y="2494756"/>
        <a:ext cx="6310391" cy="712787"/>
      </dsp:txXfrm>
    </dsp:sp>
    <dsp:sp modelId="{A965097E-32F1-4AB8-8C4E-2814A7596B2F}">
      <dsp:nvSpPr>
        <dsp:cNvPr id="0" name=""/>
        <dsp:cNvSpPr/>
      </dsp:nvSpPr>
      <dsp:spPr>
        <a:xfrm>
          <a:off x="51076" y="2405658"/>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Liste d’étiquettes d’icônes"/>
  <dgm:desc val="Permet de représenter des blocs d’informations non séquentiels ou groupés accompagnés d’éléments visuels associés. Fonctionne de manière optimale avec des icônes ou de petites images avec de courtes légendes de texte."/>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3367168-A7C3-4A51-ACFE-4D76B720982F}" type="datetime1">
              <a:rPr lang="fr-FR" smtClean="0"/>
              <a:t>01/06/2026</a:t>
            </a:fld>
            <a:endParaRPr lang="fr-FR"/>
          </a:p>
        </p:txBody>
      </p:sp>
      <p:sp>
        <p:nvSpPr>
          <p:cNvPr id="4" name="Espace réservé du pied de page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D90168E-626C-4E60-93C0-A00D25609468}" type="slidenum">
              <a:rPr lang="fr-FR" smtClean="0"/>
              <a:t>‹N°›</a:t>
            </a:fld>
            <a:endParaRPr lang="fr-FR"/>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CB4F1169-1988-463B-A52C-EF5C9A50040C}" type="datetime1">
              <a:rPr lang="fr-FR" noProof="0" smtClean="0"/>
              <a:t>01/06/2026</a:t>
            </a:fld>
            <a:endParaRPr lang="fr-FR" noProof="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C6B3AB32-59DF-41F1-9618-EDFBF5049629}" type="slidenum">
              <a:rPr lang="fr-FR" noProof="0" smtClean="0"/>
              <a:t>‹N°›</a:t>
            </a:fld>
            <a:endParaRPr lang="fr-FR" noProof="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1</a:t>
            </a:fld>
            <a:endParaRPr lang="fr-FR"/>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3</a:t>
            </a:fld>
            <a:endParaRPr lang="fr-FR"/>
          </a:p>
        </p:txBody>
      </p:sp>
    </p:spTree>
    <p:extLst>
      <p:ext uri="{BB962C8B-B14F-4D97-AF65-F5344CB8AC3E}">
        <p14:creationId xmlns:p14="http://schemas.microsoft.com/office/powerpoint/2010/main" val="4319275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smtClean="0"/>
              <a:t>4</a:t>
            </a:fld>
            <a:endParaRPr lang="fr-FR"/>
          </a:p>
        </p:txBody>
      </p:sp>
    </p:spTree>
    <p:extLst>
      <p:ext uri="{BB962C8B-B14F-4D97-AF65-F5344CB8AC3E}">
        <p14:creationId xmlns:p14="http://schemas.microsoft.com/office/powerpoint/2010/main" val="2289636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5</a:t>
            </a:fld>
            <a:endParaRPr lang="fr-FR"/>
          </a:p>
        </p:txBody>
      </p:sp>
    </p:spTree>
    <p:extLst>
      <p:ext uri="{BB962C8B-B14F-4D97-AF65-F5344CB8AC3E}">
        <p14:creationId xmlns:p14="http://schemas.microsoft.com/office/powerpoint/2010/main" val="3505115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6</a:t>
            </a:fld>
            <a:endParaRPr lang="fr-FR"/>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1"/>
          <p:cNvSpPr>
            <a:spLocks noGrp="1"/>
          </p:cNvSpPr>
          <p:nvPr>
            <p:ph type="ctrTitle"/>
          </p:nvPr>
        </p:nvSpPr>
        <p:spPr>
          <a:xfrm>
            <a:off x="581191" y="1020431"/>
            <a:ext cx="10993549" cy="1475013"/>
          </a:xfrm>
          <a:effectLst/>
        </p:spPr>
        <p:txBody>
          <a:bodyPr rtlCol="0" anchor="b">
            <a:normAutofit/>
          </a:bodyPr>
          <a:lstStyle>
            <a:lvl1pPr>
              <a:defRPr sz="3600">
                <a:solidFill>
                  <a:schemeClr val="accent1"/>
                </a:solidFill>
              </a:defRPr>
            </a:lvl1pPr>
          </a:lstStyle>
          <a:p>
            <a:pPr rtl="0"/>
            <a:r>
              <a:rPr lang="fr-FR" noProof="0"/>
              <a:t>Modifiez le style du titre</a:t>
            </a:r>
          </a:p>
        </p:txBody>
      </p:sp>
      <p:sp>
        <p:nvSpPr>
          <p:cNvPr id="3" name="Sous-titre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fr-FR" noProof="0"/>
              <a:t>Modifiez le style des sous-titres du masque</a:t>
            </a:r>
          </a:p>
        </p:txBody>
      </p:sp>
      <p:sp>
        <p:nvSpPr>
          <p:cNvPr id="4" name="Espace réservé de la date 3"/>
          <p:cNvSpPr>
            <a:spLocks noGrp="1"/>
          </p:cNvSpPr>
          <p:nvPr>
            <p:ph type="dt" sz="half" idx="10"/>
          </p:nvPr>
        </p:nvSpPr>
        <p:spPr>
          <a:xfrm>
            <a:off x="7605951" y="5956137"/>
            <a:ext cx="2844800" cy="365125"/>
          </a:xfrm>
        </p:spPr>
        <p:txBody>
          <a:bodyPr rtlCol="0"/>
          <a:lstStyle>
            <a:lvl1pPr>
              <a:defRPr>
                <a:solidFill>
                  <a:schemeClr val="accent1">
                    <a:lumMod val="75000"/>
                    <a:lumOff val="25000"/>
                  </a:schemeClr>
                </a:solidFill>
              </a:defRPr>
            </a:lvl1pPr>
          </a:lstStyle>
          <a:p>
            <a:pPr rtl="0"/>
            <a:fld id="{3F3B20A7-A3FE-46B9-84EA-B4257BA7E60C}" type="datetime1">
              <a:rPr lang="fr-FR" noProof="0" smtClean="0"/>
              <a:t>01/06/2026</a:t>
            </a:fld>
            <a:endParaRPr lang="fr-FR" noProof="0"/>
          </a:p>
        </p:txBody>
      </p:sp>
      <p:sp>
        <p:nvSpPr>
          <p:cNvPr id="5" name="Espace réservé du pied de page 4"/>
          <p:cNvSpPr>
            <a:spLocks noGrp="1"/>
          </p:cNvSpPr>
          <p:nvPr>
            <p:ph type="ftr" sz="quarter" idx="11"/>
          </p:nvPr>
        </p:nvSpPr>
        <p:spPr>
          <a:xfrm>
            <a:off x="581192" y="5951811"/>
            <a:ext cx="6917210" cy="365125"/>
          </a:xfrm>
        </p:spPr>
        <p:txBody>
          <a:bodyPr rtlCol="0"/>
          <a:lstStyle>
            <a:lvl1pPr>
              <a:defRPr>
                <a:solidFill>
                  <a:schemeClr val="accent1">
                    <a:lumMod val="75000"/>
                    <a:lumOff val="25000"/>
                  </a:schemeClr>
                </a:solidFill>
              </a:defRPr>
            </a:lvl1pPr>
          </a:lstStyle>
          <a:p>
            <a:pPr rtl="0"/>
            <a:endParaRPr lang="fr-FR" noProof="0"/>
          </a:p>
        </p:txBody>
      </p:sp>
      <p:sp>
        <p:nvSpPr>
          <p:cNvPr id="6" name="Espace réservé du numéro de diapositive 5"/>
          <p:cNvSpPr>
            <a:spLocks noGrp="1"/>
          </p:cNvSpPr>
          <p:nvPr>
            <p:ph type="sldNum" sz="quarter" idx="12"/>
          </p:nvPr>
        </p:nvSpPr>
        <p:spPr>
          <a:xfrm>
            <a:off x="10558300" y="5956137"/>
            <a:ext cx="1016440" cy="365125"/>
          </a:xfrm>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1"/>
          <p:cNvSpPr>
            <a:spLocks noGrp="1"/>
          </p:cNvSpPr>
          <p:nvPr>
            <p:ph type="title"/>
          </p:nvPr>
        </p:nvSpPr>
        <p:spPr>
          <a:xfrm>
            <a:off x="581192" y="702156"/>
            <a:ext cx="11029616" cy="1013800"/>
          </a:xfrm>
        </p:spPr>
        <p:txBody>
          <a:bodyPr rtlCol="0"/>
          <a:lstStyle/>
          <a:p>
            <a:pPr rtl="0"/>
            <a:r>
              <a:rPr lang="fr-FR" noProof="0"/>
              <a:t>Modifiez le style du titre</a:t>
            </a:r>
          </a:p>
        </p:txBody>
      </p:sp>
      <p:sp>
        <p:nvSpPr>
          <p:cNvPr id="3" name="Espace réservé du contenu 2"/>
          <p:cNvSpPr>
            <a:spLocks noGrp="1"/>
          </p:cNvSpPr>
          <p:nvPr>
            <p:ph idx="1" hasCustomPrompt="1"/>
          </p:nvPr>
        </p:nvSpPr>
        <p:spPr>
          <a:xfrm>
            <a:off x="581192" y="2180496"/>
            <a:ext cx="11029615" cy="3678303"/>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29B34D2F-0B02-482E-ABD2-95D8C2FF2A58}" type="datetime1">
              <a:rPr lang="fr-FR" noProof="0" smtClean="0"/>
              <a:t>01/06/2026</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a:xfrm>
            <a:off x="10558300" y="5956137"/>
            <a:ext cx="1052508" cy="365125"/>
          </a:xfrm>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1"/>
          <p:cNvSpPr>
            <a:spLocks noGrp="1"/>
          </p:cNvSpPr>
          <p:nvPr>
            <p:ph type="title"/>
          </p:nvPr>
        </p:nvSpPr>
        <p:spPr>
          <a:xfrm>
            <a:off x="581193" y="3043910"/>
            <a:ext cx="11029615" cy="1497507"/>
          </a:xfrm>
        </p:spPr>
        <p:txBody>
          <a:bodyPr rtlCol="0" anchor="b">
            <a:normAutofit/>
          </a:bodyPr>
          <a:lstStyle>
            <a:lvl1pPr algn="l">
              <a:defRPr sz="3600" b="0" cap="all">
                <a:solidFill>
                  <a:schemeClr val="accent1"/>
                </a:solidFill>
              </a:defRPr>
            </a:lvl1pPr>
          </a:lstStyle>
          <a:p>
            <a:pPr rtl="0"/>
            <a:r>
              <a:rPr lang="fr-FR" noProof="0"/>
              <a:t>Modifiez le style du titre</a:t>
            </a:r>
          </a:p>
        </p:txBody>
      </p:sp>
      <p:sp>
        <p:nvSpPr>
          <p:cNvPr id="3" name="Espace réservé du texte 2"/>
          <p:cNvSpPr>
            <a:spLocks noGrp="1"/>
          </p:cNvSpPr>
          <p:nvPr>
            <p:ph type="body" idx="1" hasCustomPrompt="1"/>
          </p:nvPr>
        </p:nvSpPr>
        <p:spPr>
          <a:xfrm>
            <a:off x="581192" y="4541417"/>
            <a:ext cx="11029615" cy="600556"/>
          </a:xfrm>
        </p:spPr>
        <p:txBody>
          <a:bodyPr rtlCol="0"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fr-FR" noProof="0"/>
              <a:t>Modifiez les styles du texte du masque</a:t>
            </a:r>
          </a:p>
        </p:txBody>
      </p:sp>
      <p:sp>
        <p:nvSpPr>
          <p:cNvPr id="4" name="Espace réservé de la date 3"/>
          <p:cNvSpPr>
            <a:spLocks noGrp="1"/>
          </p:cNvSpPr>
          <p:nvPr>
            <p:ph type="dt" sz="half" idx="10"/>
          </p:nvPr>
        </p:nvSpPr>
        <p:spPr/>
        <p:txBody>
          <a:bodyPr rtlCol="0"/>
          <a:lstStyle>
            <a:lvl1pPr>
              <a:defRPr>
                <a:solidFill>
                  <a:schemeClr val="accent1">
                    <a:lumMod val="75000"/>
                    <a:lumOff val="25000"/>
                  </a:schemeClr>
                </a:solidFill>
              </a:defRPr>
            </a:lvl1pPr>
          </a:lstStyle>
          <a:p>
            <a:pPr rtl="0"/>
            <a:fld id="{126ECFBB-4871-428F-B4AE-1EF357E63674}" type="datetime1">
              <a:rPr lang="fr-FR" noProof="0" smtClean="0"/>
              <a:t>01/06/2026</a:t>
            </a:fld>
            <a:endParaRPr lang="fr-FR" noProof="0"/>
          </a:p>
        </p:txBody>
      </p:sp>
      <p:sp>
        <p:nvSpPr>
          <p:cNvPr id="5" name="Espace réservé du pied de page 4"/>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fr-FR" noProof="0"/>
          </a:p>
        </p:txBody>
      </p:sp>
      <p:sp>
        <p:nvSpPr>
          <p:cNvPr id="6" name="Espace réservé du numéro de diapositive 5"/>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1"/>
          <p:cNvSpPr>
            <a:spLocks noGrp="1"/>
          </p:cNvSpPr>
          <p:nvPr>
            <p:ph type="title"/>
          </p:nvPr>
        </p:nvSpPr>
        <p:spPr>
          <a:xfrm>
            <a:off x="581193" y="729658"/>
            <a:ext cx="11029616" cy="988332"/>
          </a:xfrm>
        </p:spPr>
        <p:txBody>
          <a:bodyPr rtlCol="0"/>
          <a:lstStyle/>
          <a:p>
            <a:pPr rtl="0"/>
            <a:r>
              <a:rPr lang="fr-FR" noProof="0"/>
              <a:t>Modifiez le style du titre</a:t>
            </a:r>
          </a:p>
        </p:txBody>
      </p:sp>
      <p:sp>
        <p:nvSpPr>
          <p:cNvPr id="3" name="Espace réservé du contenu 2"/>
          <p:cNvSpPr>
            <a:spLocks noGrp="1"/>
          </p:cNvSpPr>
          <p:nvPr>
            <p:ph sz="half" idx="1" hasCustomPrompt="1"/>
          </p:nvPr>
        </p:nvSpPr>
        <p:spPr>
          <a:xfrm>
            <a:off x="581193" y="2228003"/>
            <a:ext cx="5422390" cy="3633047"/>
          </a:xfrm>
        </p:spPr>
        <p:txBody>
          <a:bodyPr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contenu 3"/>
          <p:cNvSpPr>
            <a:spLocks noGrp="1"/>
          </p:cNvSpPr>
          <p:nvPr>
            <p:ph sz="half" idx="2" hasCustomPrompt="1"/>
          </p:nvPr>
        </p:nvSpPr>
        <p:spPr>
          <a:xfrm>
            <a:off x="6188417" y="2228003"/>
            <a:ext cx="5422392" cy="3633047"/>
          </a:xfrm>
        </p:spPr>
        <p:txBody>
          <a:bodyPr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e la date 4"/>
          <p:cNvSpPr>
            <a:spLocks noGrp="1"/>
          </p:cNvSpPr>
          <p:nvPr>
            <p:ph type="dt" sz="half" idx="10"/>
          </p:nvPr>
        </p:nvSpPr>
        <p:spPr/>
        <p:txBody>
          <a:bodyPr rtlCol="0"/>
          <a:lstStyle/>
          <a:p>
            <a:pPr rtl="0"/>
            <a:fld id="{75517F14-0D9C-452E-A596-36902551AE9C}" type="datetime1">
              <a:rPr lang="fr-FR" noProof="0" smtClean="0"/>
              <a:t>01/06/2026</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re 1"/>
          <p:cNvSpPr>
            <a:spLocks noGrp="1"/>
          </p:cNvSpPr>
          <p:nvPr>
            <p:ph type="title"/>
          </p:nvPr>
        </p:nvSpPr>
        <p:spPr>
          <a:xfrm>
            <a:off x="581193" y="729658"/>
            <a:ext cx="11029616" cy="988332"/>
          </a:xfrm>
        </p:spPr>
        <p:txBody>
          <a:bodyPr rtlCol="0"/>
          <a:lstStyle/>
          <a:p>
            <a:pPr rtl="0"/>
            <a:r>
              <a:rPr lang="fr-FR" noProof="0"/>
              <a:t>Modifiez le style du titre</a:t>
            </a:r>
          </a:p>
        </p:txBody>
      </p:sp>
      <p:sp>
        <p:nvSpPr>
          <p:cNvPr id="3" name="Espace réservé du texte 2"/>
          <p:cNvSpPr>
            <a:spLocks noGrp="1"/>
          </p:cNvSpPr>
          <p:nvPr>
            <p:ph type="body" idx="1" hasCustomPrompt="1"/>
          </p:nvPr>
        </p:nvSpPr>
        <p:spPr>
          <a:xfrm>
            <a:off x="887219" y="2250892"/>
            <a:ext cx="5087075" cy="536005"/>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4" name="Espace réservé du contenu 3"/>
          <p:cNvSpPr>
            <a:spLocks noGrp="1"/>
          </p:cNvSpPr>
          <p:nvPr>
            <p:ph sz="half" idx="2" hasCustomPrompt="1"/>
          </p:nvPr>
        </p:nvSpPr>
        <p:spPr>
          <a:xfrm>
            <a:off x="581194" y="2926052"/>
            <a:ext cx="5393100" cy="2934999"/>
          </a:xfrm>
        </p:spPr>
        <p:txBody>
          <a:bodyPr rtlCol="0" anchor="t">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p:cNvSpPr>
            <a:spLocks noGrp="1"/>
          </p:cNvSpPr>
          <p:nvPr>
            <p:ph type="body" sz="quarter" idx="3" hasCustomPrompt="1"/>
          </p:nvPr>
        </p:nvSpPr>
        <p:spPr>
          <a:xfrm>
            <a:off x="6523735" y="2250892"/>
            <a:ext cx="5087073" cy="553373"/>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6" name="Espace réservé du contenu 5"/>
          <p:cNvSpPr>
            <a:spLocks noGrp="1"/>
          </p:cNvSpPr>
          <p:nvPr>
            <p:ph sz="quarter" idx="4" hasCustomPrompt="1"/>
          </p:nvPr>
        </p:nvSpPr>
        <p:spPr>
          <a:xfrm>
            <a:off x="6217709" y="2926052"/>
            <a:ext cx="5393100" cy="2934999"/>
          </a:xfrm>
        </p:spPr>
        <p:txBody>
          <a:bodyPr rtlCol="0" anchor="t">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p:cNvSpPr>
            <a:spLocks noGrp="1"/>
          </p:cNvSpPr>
          <p:nvPr>
            <p:ph type="dt" sz="half" idx="10"/>
          </p:nvPr>
        </p:nvSpPr>
        <p:spPr/>
        <p:txBody>
          <a:bodyPr rtlCol="0"/>
          <a:lstStyle/>
          <a:p>
            <a:pPr rtl="0"/>
            <a:fld id="{FA9BF800-A62B-4735-B9A7-5450007C0A78}" type="datetime1">
              <a:rPr lang="fr-FR" noProof="0" smtClean="0"/>
              <a:t>01/06/2026</a:t>
            </a:fld>
            <a:endParaRPr lang="fr-FR" noProof="0"/>
          </a:p>
        </p:txBody>
      </p:sp>
      <p:sp>
        <p:nvSpPr>
          <p:cNvPr id="8" name="Espace réservé du pied de page 7"/>
          <p:cNvSpPr>
            <a:spLocks noGrp="1"/>
          </p:cNvSpPr>
          <p:nvPr>
            <p:ph type="ftr" sz="quarter" idx="11"/>
          </p:nvPr>
        </p:nvSpPr>
        <p:spPr/>
        <p:txBody>
          <a:bodyPr rtlCol="0"/>
          <a:lstStyle/>
          <a:p>
            <a:pPr rtl="0"/>
            <a:endParaRPr lang="fr-FR" noProof="0"/>
          </a:p>
        </p:txBody>
      </p:sp>
      <p:sp>
        <p:nvSpPr>
          <p:cNvPr id="9" name="Espace réservé du numéro de diapositive 8"/>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uniquement">
    <p:spTree>
      <p:nvGrpSpPr>
        <p:cNvPr id="1" name=""/>
        <p:cNvGrpSpPr/>
        <p:nvPr/>
      </p:nvGrpSpPr>
      <p:grpSpPr>
        <a:xfrm>
          <a:off x="0" y="0"/>
          <a:ext cx="0" cy="0"/>
          <a:chOff x="0" y="0"/>
          <a:chExt cx="0" cy="0"/>
        </a:xfrm>
      </p:grpSpPr>
      <p:sp>
        <p:nvSpPr>
          <p:cNvPr id="3" name="Espace réservé de la date 2"/>
          <p:cNvSpPr>
            <a:spLocks noGrp="1"/>
          </p:cNvSpPr>
          <p:nvPr>
            <p:ph type="dt" sz="half" idx="10"/>
          </p:nvPr>
        </p:nvSpPr>
        <p:spPr/>
        <p:txBody>
          <a:bodyPr rtlCol="0"/>
          <a:lstStyle/>
          <a:p>
            <a:pPr rtl="0"/>
            <a:fld id="{F47267E0-A979-4430-94B4-54611641D8EE}" type="datetime1">
              <a:rPr lang="fr-FR" noProof="0" smtClean="0"/>
              <a:t>01/06/2026</a:t>
            </a:fld>
            <a:endParaRPr lang="fr-FR" noProof="0"/>
          </a:p>
        </p:txBody>
      </p:sp>
      <p:sp>
        <p:nvSpPr>
          <p:cNvPr id="4" name="Espace réservé du pied de page 3"/>
          <p:cNvSpPr>
            <a:spLocks noGrp="1"/>
          </p:cNvSpPr>
          <p:nvPr>
            <p:ph type="ftr" sz="quarter" idx="11"/>
          </p:nvPr>
        </p:nvSpPr>
        <p:spPr/>
        <p:txBody>
          <a:bodyPr rtlCol="0"/>
          <a:lstStyle/>
          <a:p>
            <a:pPr rtl="0"/>
            <a:endParaRPr lang="fr-FR" noProof="0"/>
          </a:p>
        </p:txBody>
      </p:sp>
      <p:sp>
        <p:nvSpPr>
          <p:cNvPr id="5" name="Espace réservé du numéro de diapositive 4"/>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re 1"/>
          <p:cNvSpPr>
            <a:spLocks noGrp="1"/>
          </p:cNvSpPr>
          <p:nvPr>
            <p:ph type="title"/>
          </p:nvPr>
        </p:nvSpPr>
        <p:spPr>
          <a:xfrm>
            <a:off x="575894" y="729658"/>
            <a:ext cx="11029616" cy="988332"/>
          </a:xfrm>
        </p:spPr>
        <p:txBody>
          <a:bodyPr rtlCol="0"/>
          <a:lstStyle/>
          <a:p>
            <a:pPr rtl="0"/>
            <a:r>
              <a:rPr lang="fr-FR" noProof="0"/>
              <a:t>Modifiez le style du titre</a:t>
            </a:r>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rtlCol="0"/>
          <a:lstStyle/>
          <a:p>
            <a:pPr rtl="0"/>
            <a:fld id="{C58A73B6-B077-488D-82CF-3056D5BAC73E}" type="datetime1">
              <a:rPr lang="fr-FR" noProof="0" smtClean="0"/>
              <a:t>01/06/2026</a:t>
            </a:fld>
            <a:endParaRPr lang="fr-FR" noProof="0"/>
          </a:p>
        </p:txBody>
      </p:sp>
      <p:sp>
        <p:nvSpPr>
          <p:cNvPr id="3" name="Espace réservé du pied de page 2"/>
          <p:cNvSpPr>
            <a:spLocks noGrp="1"/>
          </p:cNvSpPr>
          <p:nvPr>
            <p:ph type="ftr" sz="quarter" idx="11"/>
          </p:nvPr>
        </p:nvSpPr>
        <p:spPr/>
        <p:txBody>
          <a:bodyPr rtlCol="0"/>
          <a:lstStyle/>
          <a:p>
            <a:pPr rtl="0"/>
            <a:endParaRPr lang="fr-FR" noProof="0"/>
          </a:p>
        </p:txBody>
      </p:sp>
      <p:sp>
        <p:nvSpPr>
          <p:cNvPr id="4" name="Espace réservé du numéro de diapositive 3"/>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1"/>
          <p:cNvSpPr>
            <a:spLocks noGrp="1"/>
          </p:cNvSpPr>
          <p:nvPr>
            <p:ph type="title"/>
          </p:nvPr>
        </p:nvSpPr>
        <p:spPr>
          <a:xfrm>
            <a:off x="581192" y="5262296"/>
            <a:ext cx="4909445" cy="689514"/>
          </a:xfrm>
        </p:spPr>
        <p:txBody>
          <a:bodyPr rtlCol="0" anchor="ctr"/>
          <a:lstStyle>
            <a:lvl1pPr algn="l">
              <a:defRPr sz="2000" b="0">
                <a:solidFill>
                  <a:schemeClr val="accent1">
                    <a:lumMod val="75000"/>
                    <a:lumOff val="25000"/>
                  </a:schemeClr>
                </a:solidFill>
              </a:defRPr>
            </a:lvl1pPr>
          </a:lstStyle>
          <a:p>
            <a:pPr rtl="0"/>
            <a:r>
              <a:rPr lang="fr-FR" noProof="0"/>
              <a:t>Modifiez le style du titre</a:t>
            </a:r>
          </a:p>
        </p:txBody>
      </p:sp>
      <p:sp>
        <p:nvSpPr>
          <p:cNvPr id="3" name="Espace réservé du contenu 2"/>
          <p:cNvSpPr>
            <a:spLocks noGrp="1"/>
          </p:cNvSpPr>
          <p:nvPr>
            <p:ph idx="1" hasCustomPrompt="1"/>
          </p:nvPr>
        </p:nvSpPr>
        <p:spPr>
          <a:xfrm>
            <a:off x="447816" y="601200"/>
            <a:ext cx="11292840" cy="4204800"/>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texte 3"/>
          <p:cNvSpPr>
            <a:spLocks noGrp="1"/>
          </p:cNvSpPr>
          <p:nvPr>
            <p:ph type="body" sz="half" idx="2" hasCustomPrompt="1"/>
          </p:nvPr>
        </p:nvSpPr>
        <p:spPr>
          <a:xfrm>
            <a:off x="5740823" y="5262296"/>
            <a:ext cx="5869987" cy="689515"/>
          </a:xfrm>
        </p:spPr>
        <p:txBody>
          <a:bodyPr rtlCol="0"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lvl1pPr>
              <a:defRPr>
                <a:solidFill>
                  <a:schemeClr val="accent1">
                    <a:lumMod val="75000"/>
                    <a:lumOff val="25000"/>
                  </a:schemeClr>
                </a:solidFill>
              </a:defRPr>
            </a:lvl1pPr>
          </a:lstStyle>
          <a:p>
            <a:pPr rtl="0"/>
            <a:fld id="{98F108A3-3495-404B-9869-1BA62DF0E465}" type="datetime1">
              <a:rPr lang="fr-FR" noProof="0" smtClean="0"/>
              <a:t>01/06/2026</a:t>
            </a:fld>
            <a:endParaRPr lang="fr-FR" noProof="0"/>
          </a:p>
        </p:txBody>
      </p:sp>
      <p:sp>
        <p:nvSpPr>
          <p:cNvPr id="6" name="Espace réservé du pied de page 5"/>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fr-FR" noProof="0"/>
          </a:p>
        </p:txBody>
      </p:sp>
      <p:sp>
        <p:nvSpPr>
          <p:cNvPr id="7" name="Espace réservé du numéro de diapositive 6"/>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581193" y="4693389"/>
            <a:ext cx="11029616" cy="566738"/>
          </a:xfrm>
        </p:spPr>
        <p:txBody>
          <a:bodyPr rtlCol="0" anchor="b">
            <a:normAutofit/>
          </a:bodyPr>
          <a:lstStyle>
            <a:lvl1pPr algn="l">
              <a:defRPr sz="2400" b="0">
                <a:solidFill>
                  <a:schemeClr val="accent1"/>
                </a:solidFill>
              </a:defRPr>
            </a:lvl1pPr>
          </a:lstStyle>
          <a:p>
            <a:pPr rtl="0"/>
            <a:r>
              <a:rPr lang="fr-FR" noProof="0"/>
              <a:t>Modifiez le style du titre</a:t>
            </a:r>
          </a:p>
        </p:txBody>
      </p:sp>
      <p:sp>
        <p:nvSpPr>
          <p:cNvPr id="3" name="Espace réservé d’image 2"/>
          <p:cNvSpPr>
            <a:spLocks noGrp="1" noChangeAspect="1"/>
          </p:cNvSpPr>
          <p:nvPr>
            <p:ph type="pic" idx="1" hasCustomPrompt="1"/>
          </p:nvPr>
        </p:nvSpPr>
        <p:spPr>
          <a:xfrm>
            <a:off x="447817" y="599725"/>
            <a:ext cx="11290859" cy="3557252"/>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fr-FR" noProof="0"/>
              <a:t>Cliquez sur l’icône pour ajouter une image</a:t>
            </a:r>
          </a:p>
        </p:txBody>
      </p:sp>
      <p:sp>
        <p:nvSpPr>
          <p:cNvPr id="4" name="Espace réservé du texte 3"/>
          <p:cNvSpPr>
            <a:spLocks noGrp="1"/>
          </p:cNvSpPr>
          <p:nvPr>
            <p:ph type="body" sz="half" idx="2" hasCustomPrompt="1"/>
          </p:nvPr>
        </p:nvSpPr>
        <p:spPr>
          <a:xfrm>
            <a:off x="581192" y="5260127"/>
            <a:ext cx="11029617" cy="598671"/>
          </a:xfrm>
        </p:spPr>
        <p:txBody>
          <a:bodyPr rtlCol="0">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p>
            <a:pPr rtl="0"/>
            <a:fld id="{94B550F6-4238-41AE-B6F4-4D375745C983}" type="datetime1">
              <a:rPr lang="fr-FR" noProof="0" smtClean="0"/>
              <a:t>01/06/2026</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re 1"/>
          <p:cNvSpPr>
            <a:spLocks noGrp="1"/>
          </p:cNvSpPr>
          <p:nvPr>
            <p:ph type="title"/>
          </p:nvPr>
        </p:nvSpPr>
        <p:spPr>
          <a:xfrm>
            <a:off x="581192" y="702156"/>
            <a:ext cx="11029616" cy="1013800"/>
          </a:xfrm>
        </p:spPr>
        <p:txBody>
          <a:bodyPr rtlCol="0"/>
          <a:lstStyle/>
          <a:p>
            <a:pPr rtl="0"/>
            <a:r>
              <a:rPr lang="fr-FR" noProof="0"/>
              <a:t>Modifiez le style du titre</a:t>
            </a:r>
          </a:p>
        </p:txBody>
      </p:sp>
      <p:sp>
        <p:nvSpPr>
          <p:cNvPr id="3" name="Espace réservé du texte vertical 2"/>
          <p:cNvSpPr>
            <a:spLocks noGrp="1"/>
          </p:cNvSpPr>
          <p:nvPr>
            <p:ph type="body" orient="vert" idx="1" hasCustomPrompt="1"/>
          </p:nvPr>
        </p:nvSpPr>
        <p:spPr/>
        <p:txBody>
          <a:bodyPr vert="eaVert" rtlCol="0" anchor="t"/>
          <a:lstStyle>
            <a:lvl1pPr algn="l">
              <a:defRPr/>
            </a:lvl1pPr>
            <a:lvl2pPr algn="l">
              <a:defRPr/>
            </a:lvl2pPr>
            <a:lvl3pPr algn="l">
              <a:defRPr/>
            </a:lvl3pPr>
            <a:lvl4pPr algn="l">
              <a:defRPr/>
            </a:lvl4pPr>
            <a:lvl5pPr algn="l">
              <a:defRPr/>
            </a:lvl5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7E5E3FBB-57D2-4FB3-B51E-0FDE8CEE6791}" type="datetime1">
              <a:rPr lang="fr-FR" noProof="0" smtClean="0"/>
              <a:t>01/06/2026</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vertical 1"/>
          <p:cNvSpPr>
            <a:spLocks noGrp="1"/>
          </p:cNvSpPr>
          <p:nvPr>
            <p:ph type="title" orient="vert"/>
          </p:nvPr>
        </p:nvSpPr>
        <p:spPr>
          <a:xfrm>
            <a:off x="8839201" y="675726"/>
            <a:ext cx="2004164" cy="5183073"/>
          </a:xfrm>
        </p:spPr>
        <p:txBody>
          <a:bodyPr vert="eaVert" rtlCol="0"/>
          <a:lstStyle/>
          <a:p>
            <a:pPr rtl="0"/>
            <a:r>
              <a:rPr lang="fr-FR" noProof="0"/>
              <a:t>Modifiez le style du titre</a:t>
            </a:r>
          </a:p>
        </p:txBody>
      </p:sp>
      <p:sp>
        <p:nvSpPr>
          <p:cNvPr id="3" name="Espace réservé du texte vertical 2"/>
          <p:cNvSpPr>
            <a:spLocks noGrp="1"/>
          </p:cNvSpPr>
          <p:nvPr>
            <p:ph type="body" orient="vert" idx="1" hasCustomPrompt="1"/>
          </p:nvPr>
        </p:nvSpPr>
        <p:spPr>
          <a:xfrm>
            <a:off x="774923" y="675726"/>
            <a:ext cx="7896279" cy="5183073"/>
          </a:xfrm>
        </p:spPr>
        <p:txBody>
          <a:bodyPr vert="eaVert" rtlCol="0" anchor="t"/>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a:xfrm>
            <a:off x="8993673" y="5956137"/>
            <a:ext cx="1328141" cy="365125"/>
          </a:xfrm>
        </p:spPr>
        <p:txBody>
          <a:bodyPr rtlCol="0"/>
          <a:lstStyle>
            <a:lvl1pPr>
              <a:defRPr>
                <a:solidFill>
                  <a:schemeClr val="accent1">
                    <a:lumMod val="75000"/>
                    <a:lumOff val="25000"/>
                  </a:schemeClr>
                </a:solidFill>
              </a:defRPr>
            </a:lvl1pPr>
          </a:lstStyle>
          <a:p>
            <a:pPr rtl="0"/>
            <a:fld id="{BE9F9435-70D7-42BA-8564-5EC34B97B69E}" type="datetime1">
              <a:rPr lang="fr-FR" noProof="0" smtClean="0"/>
              <a:t>01/06/2026</a:t>
            </a:fld>
            <a:endParaRPr lang="fr-FR" noProof="0"/>
          </a:p>
        </p:txBody>
      </p:sp>
      <p:sp>
        <p:nvSpPr>
          <p:cNvPr id="5" name="Espace réservé du pied de page 4"/>
          <p:cNvSpPr>
            <a:spLocks noGrp="1"/>
          </p:cNvSpPr>
          <p:nvPr>
            <p:ph type="ftr" sz="quarter" idx="11"/>
          </p:nvPr>
        </p:nvSpPr>
        <p:spPr>
          <a:xfrm>
            <a:off x="774923" y="5951811"/>
            <a:ext cx="7896279" cy="365125"/>
          </a:xfrm>
        </p:spPr>
        <p:txBody>
          <a:bodyPr rtlCol="0"/>
          <a:lstStyle/>
          <a:p>
            <a:pPr rtl="0"/>
            <a:endParaRPr lang="fr-FR" noProof="0"/>
          </a:p>
        </p:txBody>
      </p:sp>
      <p:sp>
        <p:nvSpPr>
          <p:cNvPr id="6" name="Espace réservé du numéro de diapositive 5"/>
          <p:cNvSpPr>
            <a:spLocks noGrp="1"/>
          </p:cNvSpPr>
          <p:nvPr>
            <p:ph type="sldNum" sz="quarter" idx="12"/>
          </p:nvPr>
        </p:nvSpPr>
        <p:spPr>
          <a:xfrm>
            <a:off x="10446615" y="5956137"/>
            <a:ext cx="1164195" cy="365125"/>
          </a:xfrm>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fr-FR" noProof="0"/>
              <a:t>Modifiez le style du titre</a:t>
            </a:r>
          </a:p>
        </p:txBody>
      </p:sp>
      <p:sp>
        <p:nvSpPr>
          <p:cNvPr id="3" name="Espace réservé du texte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rtl="0"/>
            <a:fld id="{BBB97F02-5EDD-4BF6-BE41-AB41D1FEABF8}" type="datetime1">
              <a:rPr lang="fr-FR" noProof="0" smtClean="0"/>
              <a:t>01/06/2026</a:t>
            </a:fld>
            <a:endParaRPr lang="fr-FR" noProof="0"/>
          </a:p>
        </p:txBody>
      </p:sp>
      <p:sp>
        <p:nvSpPr>
          <p:cNvPr id="5" name="Espace réservé du pied de page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pPr rtl="0"/>
            <a:endParaRPr lang="fr-FR" noProof="0"/>
          </a:p>
        </p:txBody>
      </p:sp>
      <p:sp>
        <p:nvSpPr>
          <p:cNvPr id="6" name="Espace réservé du numéro de diapositive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rtl="0"/>
            <a:fld id="{D57F1E4F-1CFF-5643-939E-217C01CDF565}" type="slidenum">
              <a:rPr lang="fr-FR" noProof="0" smtClean="0"/>
              <a:pPr/>
              <a:t>‹N°›</a:t>
            </a:fld>
            <a:endParaRPr lang="fr-FR" noProof="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15.jpeg"/><Relationship Id="rId7" Type="http://schemas.openxmlformats.org/officeDocument/2006/relationships/diagramColors" Target="../diagrams/colors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pic>
        <p:nvPicPr>
          <p:cNvPr id="7" name="Image 6" descr="Connexions numérique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3265" t="9091" r="3502" b="-1"/>
          <a:stretch/>
        </p:blipFill>
        <p:spPr>
          <a:xfrm>
            <a:off x="20" y="10"/>
            <a:ext cx="12191980" cy="6857990"/>
          </a:xfrm>
          <a:prstGeom prst="rect">
            <a:avLst/>
          </a:prstGeom>
        </p:spPr>
      </p:pic>
      <p:grpSp>
        <p:nvGrpSpPr>
          <p:cNvPr id="17" name="Groupe 16">
            <a:extLst>
              <a:ext uri="{FF2B5EF4-FFF2-40B4-BE49-F238E27FC236}">
                <a16:creationId xmlns:a16="http://schemas.microsoft.com/office/drawing/2014/main" id="{AA9EB0BC-A85E-4C26-B355-5DFCEF6CCB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sp>
      <p:sp>
        <p:nvSpPr>
          <p:cNvPr id="2" name="Titre 1">
            <a:extLst>
              <a:ext uri="{FF2B5EF4-FFF2-40B4-BE49-F238E27FC236}">
                <a16:creationId xmlns:a16="http://schemas.microsoft.com/office/drawing/2014/main" id="{C02C5318-1A1E-49D0-B2E2-A4B0FA9E8A40}"/>
              </a:ext>
            </a:extLst>
          </p:cNvPr>
          <p:cNvSpPr>
            <a:spLocks noGrp="1"/>
          </p:cNvSpPr>
          <p:nvPr>
            <p:ph type="ctrTitle"/>
          </p:nvPr>
        </p:nvSpPr>
        <p:spPr>
          <a:xfrm>
            <a:off x="581191" y="4572000"/>
            <a:ext cx="10993549" cy="895244"/>
          </a:xfrm>
        </p:spPr>
        <p:txBody>
          <a:bodyPr rtlCol="0">
            <a:noAutofit/>
          </a:bodyPr>
          <a:lstStyle/>
          <a:p>
            <a:r>
              <a:rPr lang="fr-FR" sz="6000" dirty="0" err="1">
                <a:solidFill>
                  <a:schemeClr val="bg1"/>
                </a:solidFill>
              </a:rPr>
              <a:t>TechNova</a:t>
            </a:r>
            <a:r>
              <a:rPr lang="fr-FR" sz="6000" dirty="0"/>
              <a:t> </a:t>
            </a:r>
            <a:endParaRPr lang="fr-FR" sz="6000" dirty="0">
              <a:solidFill>
                <a:schemeClr val="bg1"/>
              </a:solidFill>
            </a:endParaRPr>
          </a:p>
        </p:txBody>
      </p:sp>
      <p:sp>
        <p:nvSpPr>
          <p:cNvPr id="3" name="Sous-titre 2">
            <a:extLst>
              <a:ext uri="{FF2B5EF4-FFF2-40B4-BE49-F238E27FC236}">
                <a16:creationId xmlns:a16="http://schemas.microsoft.com/office/drawing/2014/main" id="{48B6CF59-4E5B-494D-A2F7-97ADD01E6497}"/>
              </a:ext>
            </a:extLst>
          </p:cNvPr>
          <p:cNvSpPr>
            <a:spLocks noGrp="1"/>
          </p:cNvSpPr>
          <p:nvPr>
            <p:ph type="subTitle" idx="1"/>
          </p:nvPr>
        </p:nvSpPr>
        <p:spPr>
          <a:xfrm>
            <a:off x="581194" y="5467246"/>
            <a:ext cx="10993546" cy="484822"/>
          </a:xfrm>
        </p:spPr>
        <p:txBody>
          <a:bodyPr rtlCol="0">
            <a:normAutofit/>
          </a:bodyPr>
          <a:lstStyle/>
          <a:p>
            <a:r>
              <a:rPr lang="fr-FR" dirty="0"/>
              <a:t>Analyse des causes de démission</a:t>
            </a:r>
            <a:endParaRPr lang="fr-FR" dirty="0">
              <a:solidFill>
                <a:srgbClr val="7CEBFF"/>
              </a:solidFill>
            </a:endParaRP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A887ABB-4D37-F4E5-C72E-05B3951BCC74}"/>
              </a:ext>
            </a:extLst>
          </p:cNvPr>
          <p:cNvSpPr>
            <a:spLocks noGrp="1"/>
          </p:cNvSpPr>
          <p:nvPr>
            <p:ph type="title"/>
          </p:nvPr>
        </p:nvSpPr>
        <p:spPr/>
        <p:txBody>
          <a:bodyPr/>
          <a:lstStyle/>
          <a:p>
            <a:r>
              <a:rPr lang="fr-FR" dirty="0"/>
              <a:t>Formation Développeur IA</a:t>
            </a:r>
          </a:p>
        </p:txBody>
      </p:sp>
      <p:pic>
        <p:nvPicPr>
          <p:cNvPr id="4" name="Picture 6" descr="OpenClassrooms | Spreadshop">
            <a:extLst>
              <a:ext uri="{FF2B5EF4-FFF2-40B4-BE49-F238E27FC236}">
                <a16:creationId xmlns:a16="http://schemas.microsoft.com/office/drawing/2014/main" id="{7A154197-7927-FA64-68F3-8463F8F0BE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77300" y="766902"/>
            <a:ext cx="4933507" cy="88430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Jupyter - Visual Studio Marketplace">
            <a:extLst>
              <a:ext uri="{FF2B5EF4-FFF2-40B4-BE49-F238E27FC236}">
                <a16:creationId xmlns:a16="http://schemas.microsoft.com/office/drawing/2014/main" id="{5BBF6CEF-1ECD-D45B-FECD-1582DE5A93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2375" y="3023347"/>
            <a:ext cx="1757734" cy="17655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Microsoft Excel — Wikipédia">
            <a:extLst>
              <a:ext uri="{FF2B5EF4-FFF2-40B4-BE49-F238E27FC236}">
                <a16:creationId xmlns:a16="http://schemas.microsoft.com/office/drawing/2014/main" id="{6F69B809-21C0-9ED3-E817-150D37D803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08362" y="4694600"/>
            <a:ext cx="1353623" cy="139649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2. Traitement de données avec PANDAS — Outils numériques avancés en  Mécanique">
            <a:extLst>
              <a:ext uri="{FF2B5EF4-FFF2-40B4-BE49-F238E27FC236}">
                <a16:creationId xmlns:a16="http://schemas.microsoft.com/office/drawing/2014/main" id="{0646F847-D574-9338-7260-840A3FEF8A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64955" y="3076482"/>
            <a:ext cx="2306277" cy="120863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UV - Python Package Manager: how to use it, comparisons, and common issues  | Pedro Medinilla Bohorquez - Pedromebo">
            <a:extLst>
              <a:ext uri="{FF2B5EF4-FFF2-40B4-BE49-F238E27FC236}">
                <a16:creationId xmlns:a16="http://schemas.microsoft.com/office/drawing/2014/main" id="{3F04E6DC-A3F1-4760-8863-86893C5A6382}"/>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6823" t="25873" r="21843" b="28412"/>
          <a:stretch>
            <a:fillRect/>
          </a:stretch>
        </p:blipFill>
        <p:spPr bwMode="auto">
          <a:xfrm>
            <a:off x="8534400" y="2421455"/>
            <a:ext cx="3218329" cy="12593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4922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FDA9692-ECDC-4B59-86B2-8C90FDE1A0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12C05506-42A1-49C0-9D87-081CCD9023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1">
            <a:extLst>
              <a:ext uri="{FF2B5EF4-FFF2-40B4-BE49-F238E27FC236}">
                <a16:creationId xmlns:a16="http://schemas.microsoft.com/office/drawing/2014/main" id="{5B040558-A365-4CCE-92FA-5A48CD98F9C9}"/>
              </a:ext>
            </a:extLst>
          </p:cNvPr>
          <p:cNvSpPr>
            <a:spLocks noGrp="1"/>
          </p:cNvSpPr>
          <p:nvPr>
            <p:ph type="title"/>
          </p:nvPr>
        </p:nvSpPr>
        <p:spPr>
          <a:xfrm>
            <a:off x="581192" y="5264487"/>
            <a:ext cx="11029616" cy="718870"/>
          </a:xfrm>
        </p:spPr>
        <p:txBody>
          <a:bodyPr rtlCol="0">
            <a:normAutofit/>
          </a:bodyPr>
          <a:lstStyle/>
          <a:p>
            <a:pPr rtl="0"/>
            <a:r>
              <a:rPr lang="fr-FR" dirty="0">
                <a:solidFill>
                  <a:srgbClr val="FFFEFF"/>
                </a:solidFill>
              </a:rPr>
              <a:t>Exigences technologiques</a:t>
            </a:r>
          </a:p>
        </p:txBody>
      </p:sp>
      <p:graphicFrame>
        <p:nvGraphicFramePr>
          <p:cNvPr id="4" name="Espace réservé du contenu 3" descr="Graphique icône SmartArt">
            <a:extLst>
              <a:ext uri="{FF2B5EF4-FFF2-40B4-BE49-F238E27FC236}">
                <a16:creationId xmlns:a16="http://schemas.microsoft.com/office/drawing/2014/main" id="{81E592E1-99DF-4294-A2E9-EF46299BD3F4}"/>
              </a:ext>
            </a:extLst>
          </p:cNvPr>
          <p:cNvGraphicFramePr>
            <a:graphicFrameLocks noGrp="1"/>
          </p:cNvGraphicFramePr>
          <p:nvPr>
            <p:ph idx="1"/>
            <p:extLst>
              <p:ext uri="{D42A27DB-BD31-4B8C-83A1-F6EECF244321}">
                <p14:modId xmlns:p14="http://schemas.microsoft.com/office/powerpoint/2010/main" val="4223713530"/>
              </p:ext>
            </p:extLst>
          </p:nvPr>
        </p:nvGraphicFramePr>
        <p:xfrm>
          <a:off x="642938" y="858445"/>
          <a:ext cx="10906125" cy="39612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033425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1633EB-7DCB-4DDC-80AF-C885A3EE1245}"/>
              </a:ext>
            </a:extLst>
          </p:cNvPr>
          <p:cNvSpPr>
            <a:spLocks noGrp="1"/>
          </p:cNvSpPr>
          <p:nvPr>
            <p:ph type="title"/>
          </p:nvPr>
        </p:nvSpPr>
        <p:spPr/>
        <p:txBody>
          <a:bodyPr rtlCol="0"/>
          <a:lstStyle/>
          <a:p>
            <a:pPr rtl="0"/>
            <a:r>
              <a:rPr lang="fr-FR"/>
              <a:t>Contexte concurrentiel</a:t>
            </a:r>
          </a:p>
        </p:txBody>
      </p:sp>
      <p:pic>
        <p:nvPicPr>
          <p:cNvPr id="11" name="Espace réservé du contenu 4" descr="Graphiques">
            <a:extLst>
              <a:ext uri="{FF2B5EF4-FFF2-40B4-BE49-F238E27FC236}">
                <a16:creationId xmlns:a16="http://schemas.microsoft.com/office/drawing/2014/main" id="{47D9BE16-119C-43B2-9AE6-18C4A150C0EF}"/>
              </a:ext>
            </a:extLst>
          </p:cNvPr>
          <p:cNvPicPr>
            <a:picLocks noGrp="1" noChangeAspect="1"/>
          </p:cNvPicPr>
          <p:nvPr>
            <p:ph sz="half" idx="1"/>
          </p:nvPr>
        </p:nvPicPr>
        <p:blipFill rotWithShape="1">
          <a:blip r:embed="rId3" cstate="screen">
            <a:extLst>
              <a:ext uri="{28A0092B-C50C-407E-A947-70E740481C1C}">
                <a14:useLocalDpi xmlns:a14="http://schemas.microsoft.com/office/drawing/2010/main"/>
              </a:ext>
            </a:extLst>
          </a:blip>
          <a:stretch/>
        </p:blipFill>
        <p:spPr>
          <a:xfrm>
            <a:off x="581025" y="2231480"/>
            <a:ext cx="5422900" cy="3625353"/>
          </a:xfrm>
        </p:spPr>
      </p:pic>
      <p:pic>
        <p:nvPicPr>
          <p:cNvPr id="18" name="Espace réservé du contenu 17" descr="Espace réservé au graphique">
            <a:extLst>
              <a:ext uri="{FF2B5EF4-FFF2-40B4-BE49-F238E27FC236}">
                <a16:creationId xmlns:a16="http://schemas.microsoft.com/office/drawing/2014/main" id="{BFEA8EC1-23A4-4843-A9C3-AE771D73392A}"/>
              </a:ext>
            </a:extLst>
          </p:cNvPr>
          <p:cNvPicPr>
            <a:picLocks noGrp="1" noChangeAspect="1"/>
          </p:cNvPicPr>
          <p:nvPr>
            <p:ph sz="half" idx="2"/>
          </p:nvPr>
        </p:nvPicPr>
        <p:blipFill>
          <a:blip r:embed="rId4"/>
          <a:srcRect/>
          <a:stretch/>
        </p:blipFill>
        <p:spPr>
          <a:xfrm>
            <a:off x="6201812" y="2571845"/>
            <a:ext cx="5395426" cy="2944623"/>
          </a:xfrm>
          <a:prstGeom prst="rect">
            <a:avLst/>
          </a:prstGeom>
        </p:spPr>
      </p:pic>
    </p:spTree>
    <p:extLst>
      <p:ext uri="{BB962C8B-B14F-4D97-AF65-F5344CB8AC3E}">
        <p14:creationId xmlns:p14="http://schemas.microsoft.com/office/powerpoint/2010/main" val="497607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4AE9D071-98CF-435C-BD2B-976514544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pic>
        <p:nvPicPr>
          <p:cNvPr id="8" name="Espace réservé du contenu 4" descr="Valeurs numériques">
            <a:extLst>
              <a:ext uri="{FF2B5EF4-FFF2-40B4-BE49-F238E27FC236}">
                <a16:creationId xmlns:a16="http://schemas.microsoft.com/office/drawing/2014/main" id="{EA70616B-E344-4856-8DF9-707C26236613}"/>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t="10681" r="9091" b="12711"/>
          <a:stretch/>
        </p:blipFill>
        <p:spPr>
          <a:xfrm>
            <a:off x="20" y="10"/>
            <a:ext cx="12191980" cy="6857990"/>
          </a:xfrm>
          <a:prstGeom prst="rect">
            <a:avLst/>
          </a:prstGeom>
        </p:spPr>
      </p:pic>
      <p:grpSp>
        <p:nvGrpSpPr>
          <p:cNvPr id="15" name="Groupe 14">
            <a:extLst>
              <a:ext uri="{FF2B5EF4-FFF2-40B4-BE49-F238E27FC236}">
                <a16:creationId xmlns:a16="http://schemas.microsoft.com/office/drawing/2014/main" id="{D619FC33-16ED-4246-9596-BEFEB55E4C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38067" y="457200"/>
            <a:ext cx="7507083" cy="5935132"/>
            <a:chOff x="438067" y="457200"/>
            <a:chExt cx="7507083" cy="5935132"/>
          </a:xfrm>
        </p:grpSpPr>
        <p:sp>
          <p:nvSpPr>
            <p:cNvPr id="16" name="Rectangle 15">
              <a:extLst>
                <a:ext uri="{FF2B5EF4-FFF2-40B4-BE49-F238E27FC236}">
                  <a16:creationId xmlns:a16="http://schemas.microsoft.com/office/drawing/2014/main" id="{2EEA80E1-F99F-4009-837F-2F72F8A5D5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38067" y="618067"/>
              <a:ext cx="7503665" cy="5774265"/>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sp>
        <p:sp>
          <p:nvSpPr>
            <p:cNvPr id="17" name="Rectangle 16">
              <a:extLst>
                <a:ext uri="{FF2B5EF4-FFF2-40B4-BE49-F238E27FC236}">
                  <a16:creationId xmlns:a16="http://schemas.microsoft.com/office/drawing/2014/main" id="{0230AF9A-4641-4BD8-9F95-9607CD30403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38068"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8" name="Rectangle 17">
              <a:extLst>
                <a:ext uri="{FF2B5EF4-FFF2-40B4-BE49-F238E27FC236}">
                  <a16:creationId xmlns:a16="http://schemas.microsoft.com/office/drawing/2014/main" id="{8703D4EC-9389-41B6-B88B-B6FDC8CD333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re 1">
            <a:extLst>
              <a:ext uri="{FF2B5EF4-FFF2-40B4-BE49-F238E27FC236}">
                <a16:creationId xmlns:a16="http://schemas.microsoft.com/office/drawing/2014/main" id="{7F2616EE-270D-4F4C-BA1F-2708D387B800}"/>
              </a:ext>
            </a:extLst>
          </p:cNvPr>
          <p:cNvSpPr>
            <a:spLocks noGrp="1"/>
          </p:cNvSpPr>
          <p:nvPr>
            <p:ph type="title"/>
          </p:nvPr>
        </p:nvSpPr>
        <p:spPr>
          <a:xfrm>
            <a:off x="584200" y="1006956"/>
            <a:ext cx="7213600" cy="1121871"/>
          </a:xfrm>
        </p:spPr>
        <p:txBody>
          <a:bodyPr rtlCol="0" anchor="ctr">
            <a:normAutofit/>
          </a:bodyPr>
          <a:lstStyle/>
          <a:p>
            <a:pPr algn="ctr" rtl="0"/>
            <a:r>
              <a:rPr lang="fr-FR" dirty="0"/>
              <a:t>Communications numériques</a:t>
            </a:r>
          </a:p>
        </p:txBody>
      </p:sp>
      <p:graphicFrame>
        <p:nvGraphicFramePr>
          <p:cNvPr id="6" name="Espace réservé du contenu 5" descr="Graphique SmartArt">
            <a:extLst>
              <a:ext uri="{FF2B5EF4-FFF2-40B4-BE49-F238E27FC236}">
                <a16:creationId xmlns:a16="http://schemas.microsoft.com/office/drawing/2014/main" id="{BF629521-FFD2-45DA-9D1D-A5F09BD5A2D9}"/>
              </a:ext>
            </a:extLst>
          </p:cNvPr>
          <p:cNvGraphicFramePr>
            <a:graphicFrameLocks noGrp="1"/>
          </p:cNvGraphicFramePr>
          <p:nvPr>
            <p:ph idx="1"/>
            <p:extLst>
              <p:ext uri="{D42A27DB-BD31-4B8C-83A1-F6EECF244321}">
                <p14:modId xmlns:p14="http://schemas.microsoft.com/office/powerpoint/2010/main" val="407969185"/>
              </p:ext>
            </p:extLst>
          </p:nvPr>
        </p:nvGraphicFramePr>
        <p:xfrm>
          <a:off x="719571" y="2198254"/>
          <a:ext cx="6854248" cy="35639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2093220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grpSp>
        <p:nvGrpSpPr>
          <p:cNvPr id="14" name="Groupe 13">
            <a:extLst>
              <a:ext uri="{FF2B5EF4-FFF2-40B4-BE49-F238E27FC236}">
                <a16:creationId xmlns:a16="http://schemas.microsoft.com/office/drawing/2014/main" id="{9A421166-2996-41A7-B094-AE5316F347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re 1">
            <a:extLst>
              <a:ext uri="{FF2B5EF4-FFF2-40B4-BE49-F238E27FC236}">
                <a16:creationId xmlns:a16="http://schemas.microsoft.com/office/drawing/2014/main" id="{0F87E73C-2B1A-4602-BFBE-CFE1E55D9B38}"/>
              </a:ext>
            </a:extLst>
          </p:cNvPr>
          <p:cNvSpPr>
            <a:spLocks noGrp="1"/>
          </p:cNvSpPr>
          <p:nvPr>
            <p:ph type="ctrTitle"/>
          </p:nvPr>
        </p:nvSpPr>
        <p:spPr>
          <a:xfrm>
            <a:off x="8296275" y="1419226"/>
            <a:ext cx="3081576" cy="1746762"/>
          </a:xfrm>
        </p:spPr>
        <p:txBody>
          <a:bodyPr rtlCol="0">
            <a:normAutofit/>
          </a:bodyPr>
          <a:lstStyle/>
          <a:p>
            <a:pPr rtl="0"/>
            <a:r>
              <a:rPr lang="fr-FR">
                <a:solidFill>
                  <a:srgbClr val="FFFFFF"/>
                </a:solidFill>
              </a:rPr>
              <a:t>Merci</a:t>
            </a:r>
          </a:p>
        </p:txBody>
      </p:sp>
      <p:sp>
        <p:nvSpPr>
          <p:cNvPr id="3" name="Sous-titre 2">
            <a:extLst>
              <a:ext uri="{FF2B5EF4-FFF2-40B4-BE49-F238E27FC236}">
                <a16:creationId xmlns:a16="http://schemas.microsoft.com/office/drawing/2014/main" id="{A9CB511D-EA45-4336-847C-1252667143B5}"/>
              </a:ext>
            </a:extLst>
          </p:cNvPr>
          <p:cNvSpPr>
            <a:spLocks noGrp="1"/>
          </p:cNvSpPr>
          <p:nvPr>
            <p:ph type="subTitle" idx="1"/>
          </p:nvPr>
        </p:nvSpPr>
        <p:spPr>
          <a:xfrm>
            <a:off x="8296275" y="3505095"/>
            <a:ext cx="3081576" cy="2629006"/>
          </a:xfrm>
        </p:spPr>
        <p:txBody>
          <a:bodyPr rtlCol="0">
            <a:normAutofit/>
          </a:bodyPr>
          <a:lstStyle/>
          <a:p>
            <a:pPr rtl="0"/>
            <a:r>
              <a:rPr lang="fr-FR">
                <a:solidFill>
                  <a:schemeClr val="bg2"/>
                </a:solidFill>
              </a:rPr>
              <a:t>someone@example.com</a:t>
            </a:r>
          </a:p>
          <a:p>
            <a:pPr rtl="0"/>
            <a:endParaRPr lang="fr-FR">
              <a:solidFill>
                <a:schemeClr val="bg2"/>
              </a:solidFill>
            </a:endParaRPr>
          </a:p>
          <a:p>
            <a:pPr rtl="0"/>
            <a:endParaRPr lang="fr-FR">
              <a:solidFill>
                <a:schemeClr val="bg2"/>
              </a:solidFill>
            </a:endParaRPr>
          </a:p>
        </p:txBody>
      </p:sp>
      <p:pic>
        <p:nvPicPr>
          <p:cNvPr id="5" name="Image 4" descr="Valeurs numérique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Personnalisé">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61208800_TF56390039_Win32" id="{FCB14B3E-2B92-48B8-A334-05E7A8EE34E1}" vid="{B6EC9E21-8C82-4EB1-BBE7-A370F785D0C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Conception technique</Template>
  <TotalTime>5</TotalTime>
  <Words>33</Words>
  <Application>Microsoft Office PowerPoint</Application>
  <PresentationFormat>Grand écran</PresentationFormat>
  <Paragraphs>19</Paragraphs>
  <Slides>6</Slides>
  <Notes>5</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6</vt:i4>
      </vt:variant>
    </vt:vector>
  </HeadingPairs>
  <TitlesOfParts>
    <vt:vector size="11" baseType="lpstr">
      <vt:lpstr>Arial</vt:lpstr>
      <vt:lpstr>Calibri</vt:lpstr>
      <vt:lpstr>Gill Sans MT</vt:lpstr>
      <vt:lpstr>Wingdings 2</vt:lpstr>
      <vt:lpstr>Personnalisé</vt:lpstr>
      <vt:lpstr>TechNova </vt:lpstr>
      <vt:lpstr>Formation Développeur IA</vt:lpstr>
      <vt:lpstr>Exigences technologiques</vt:lpstr>
      <vt:lpstr>Contexte concurrentiel</vt:lpstr>
      <vt:lpstr>Communications numériques</vt:lpstr>
      <vt:lpstr>Merci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auguey</dc:creator>
  <cp:lastModifiedBy>thomas auguey</cp:lastModifiedBy>
  <cp:revision>3</cp:revision>
  <dcterms:created xsi:type="dcterms:W3CDTF">2026-06-01T07:45:08Z</dcterms:created>
  <dcterms:modified xsi:type="dcterms:W3CDTF">2026-06-01T07:50:19Z</dcterms:modified>
</cp:coreProperties>
</file>